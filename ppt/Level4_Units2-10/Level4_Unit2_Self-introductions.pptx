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English – Intermediate Level 4</a:t>
            </a:r>
          </a:p>
          <a:p>
            <a:r>
              <a:t>Unit 2: Self-introductions — Self-Study Workbook (Lessons 03–05)</a:t>
            </a:r>
          </a:p>
          <a:p/>
          <a:p>
            <a:r>
              <a:t>开场：简单介绍本单元的主题和要完成的 3 个 Lesson，说明全程会以小组积分赛的形式进行。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把学员分成 2–4 组。热身发言、答题、角色扮演表现好都可以加分，最后一页评出冠军组。</a:t>
            </a:r>
          </a:p>
          <a:p>
            <a:r>
              <a:t>可以直接在 Score 框里打字记分，或在白板上记录。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点击任意 Lesson 可直接跳转；每页右下角的 🗺 Map 按钮可以随时回到这里。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03 · Introductions 介绍与初次见面</a:t>
            </a:r>
          </a:p>
          <a:p>
            <a:r>
              <a:t>Goal: greet people, introduce yourself and other people, and make short small talk when you meet someone for the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回答时不用追求完美,先把意思说清楚。第 1 题讲的是过去的事,请用过去式(met, said, felt)。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Tell me about a time you met someone new at work or at an event.</a:t>
            </a:r>
          </a:p>
          <a:p>
            <a:r>
              <a:t>Say: where you were → who you met → what you said → how you felt.</a:t>
            </a:r>
          </a:p>
          <a:p>
            <a:r>
              <a:t>Useful starters: “Last month, I met…” / “We were at…” / “I said…” / “I felt a bit nervous, but…”</a:t>
            </a:r>
          </a:p>
          <a:p>
            <a:r>
              <a:t>这是过去的经历,动词要用过去式:meet → met,say → said,feel → felt,go → went。录音后检查一遍动词。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Greeting and introducing 问候与介绍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How do you do? (phrase (formal greeting)) 你好(正式初次见面) — “How do you do? I’m Anna Lee from Finance.”</a:t>
            </a:r>
          </a:p>
          <a:p>
            <a:r>
              <a:t>Nice / Pleased to meet you. (phrase) 很高兴认识你 — “Pleased to meet you, Mr Baker.”</a:t>
            </a:r>
          </a:p>
          <a:p>
            <a:r>
              <a:t>It’s a pleasure to meet you. (phrase (formal)) 认识您是我的荣幸 — “It’s a pleasure to meet you at last.”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Greeting and introducing 问候与介绍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Let me introduce myself. (phrase) 让我自我介绍一下 — “Let me introduce myself. I’m Li Wei, the sales manager.”</a:t>
            </a:r>
          </a:p>
          <a:p>
            <a:r>
              <a:t>I’d like you to meet… (phrase) 我想介绍你认识… — “I’d like you to meet my colleague, Dan.”</a:t>
            </a:r>
          </a:p>
          <a:p>
            <a:r>
              <a:t>Have you met…? (phrase) 你见过…吗? — “Have you met our new designer, Kate?”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Names, titles and people 姓名、称呼与人物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colleague (noun) 同事 — “This is my colleague, Sam. We work in the same team.”</a:t>
            </a:r>
          </a:p>
          <a:p>
            <a:r>
              <a:t>client (noun) 客户 — “Ms Green is an important client of ours.”</a:t>
            </a:r>
          </a:p>
          <a:p>
            <a:r>
              <a:t>business card (noun) 名片 — “Here is my business card.”</a:t>
            </a:r>
          </a:p>
          <a:p>
            <a:r>
              <a:t>first name / surname (noun) 名 / 姓 — “My surname is Li, and my first name is Wei.”</a:t>
            </a:r>
          </a:p>
          <a:p>
            <a:r>
              <a:t>Please call me… (phrase) 请叫我… — “Please call me Tom. Everyone does.”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Responding and small talk 回应与寒暄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Likewise. (adverb (short reply)) 彼此彼此 — “Nice to meet you.” — “Likewise.”</a:t>
            </a:r>
          </a:p>
          <a:p>
            <a:r>
              <a:t>How was your flight / trip? (phrase) 旅途怎么样? — “Welcome! How was your flight?”</a:t>
            </a:r>
          </a:p>
          <a:p>
            <a:r>
              <a:t>Is this your first visit to…? (phrase) 这是您第一次来…吗? — “Is this your first visit to Shanghai?”</a:t>
            </a:r>
          </a:p>
          <a:p>
            <a:r>
              <a:t>Let’s keep in touch. (phrase) 保持联系 — “It was great talking to you. Let’s keep in touch.”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introduce / Likewise / colleague / pleasure / call / touch</a:t>
            </a:r>
          </a:p>
          <a:p>
            <a:r>
              <a:t>1. “Nice to meet you.” — “_______.” → Likewise</a:t>
            </a:r>
          </a:p>
          <a:p>
            <a:r>
              <a:t>2. Let me _______ myself. I’m Anna from the Sales team. → introduce</a:t>
            </a:r>
          </a:p>
          <a:p>
            <a:r>
              <a:t>3. It’s a _______ to meet you, Mr Baker. → pleasure</a:t>
            </a:r>
          </a:p>
          <a:p>
            <a:r>
              <a:t>4. This is Sam, my _______. He works in IT. → colleague</a:t>
            </a:r>
          </a:p>
          <a:p>
            <a:r>
              <a:t>5. Please _______ me Tom. Everyone does. → call</a:t>
            </a:r>
          </a:p>
          <a:p>
            <a:r>
              <a:t>6. Here is my business card. Let’s keep in _______. → touch</a:t>
            </a:r>
          </a:p>
          <a:p>
            <a:r>
              <a:t>Mistake Watch (拼写): colleague (not “colleage”), introduce (not “intoduce”), business (not “bussiness”).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Welcoming a client at reception 前台接待客户</a:t>
            </a:r>
          </a:p>
          <a:p>
            <a:r>
              <a:t>情景：Tom Baker is visiting your office for the first time. You meet at reception.</a:t>
            </a:r>
          </a:p>
          <a:p>
            <a:r>
              <a:t>Role A: Mia Chen, Sales Manager (host) Role B: Tom Baker, visiting client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(Mia): Good morning. You must be Mr Baker. How do you do? I’m Mia Chen.</a:t>
            </a:r>
          </a:p>
          <a:p>
            <a:r>
              <a:t>B (Tom): How do you do, Ms Chen? Please call me Tom.</a:t>
            </a:r>
          </a:p>
          <a:p>
            <a:r>
              <a:t>A: Thanks, Tom. Please call me Mia. Welcome to Shanghai!</a:t>
            </a:r>
          </a:p>
          <a:p>
            <a:r>
              <a:t>B: Thank you. It’s a pleasure to meet you at last. We’ve only spoken by email.</a:t>
            </a:r>
          </a:p>
          <a:p>
            <a:r>
              <a:t>A: Likewise. How was your flight?</a:t>
            </a:r>
          </a:p>
          <a:p>
            <a:r>
              <a:t>B: Long, but fine, thanks.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Is this your first visit to Shanghai?</a:t>
            </a:r>
          </a:p>
          <a:p>
            <a:r>
              <a:t>B: Yes, it is. I’m looking forward to seeing the city.</a:t>
            </a:r>
          </a:p>
          <a:p>
            <a:r>
              <a:t>A: Good. Here is my business card.</a:t>
            </a:r>
          </a:p>
          <a:p>
            <a:r>
              <a:t>B: Thank you. And here’s mine. Let’s keep in touch during my stay.</a:t>
            </a:r>
          </a:p>
          <a:p>
            <a:r>
              <a:t>A: Of course. Now, I’d like you to meet my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1 | </a:t>
            </a:r>
          </a:p>
          <a:p>
            <a:r>
              <a:t>Situation | A visitor arrives at your office for the first time.</a:t>
            </a:r>
          </a:p>
          <a:p>
            <a:r>
              <a:t>Your role (A) | Host. Your name and job: ______________</a:t>
            </a:r>
          </a:p>
          <a:p>
            <a:r>
              <a:t>Partner’s role (B) | Visitor. Name and company: ______________</a:t>
            </a:r>
          </a:p>
          <a:p>
            <a:r>
              <a:t>Must use (3 or more) | How do you do? · Please call me… · How was your…? · Likewise. · business card</a:t>
            </a:r>
          </a:p>
          <a:p>
            <a:r>
              <a:t>Goal | Greet, exchange names, make 2 lines of small talk, exchange cards.</a:t>
            </a:r>
          </a:p>
          <a:p>
            <a:r>
              <a:t>My notes | ____________________________________________</a:t>
            </a:r>
          </a:p>
          <a:p>
            <a:r>
              <a:t>You forget the visitor’s name. Ask politely: “I’m sorry, could you tell me your name again?”</a:t>
            </a:r>
          </a:p>
          <a:p>
            <a:r>
              <a:t>The visitor is 30 minutes late. Stay friendly and use small talk to make them comfortable.</a:t>
            </a:r>
          </a:p>
          <a:p>
            <a:r>
              <a:t>Add one follow-up question to each answer. Example: “Long flight? Did you manage to sleep?”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Introducing a colleague at a conference 会议上介绍同事</a:t>
            </a:r>
          </a:p>
          <a:p>
            <a:r>
              <a:t>情景：At a coffee break, you see a client, Karen. You want to introduce your new colleague, Dan.</a:t>
            </a:r>
          </a:p>
          <a:p>
            <a:r>
              <a:t>Roles: A = Li Wei (you), B = Karen Ortiz (client), C = Dan Reed (new colleague). Alone? Read all three roles aloud, changing your voice slightly.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(Li Wei): Karen, hello! Nice to see you again.</a:t>
            </a:r>
          </a:p>
          <a:p>
            <a:r>
              <a:t>B (Karen): Hi, Li Wei! Nice to see you too.</a:t>
            </a:r>
          </a:p>
          <a:p>
            <a:r>
              <a:t>A: Karen, have you met my colleague, Dan Reed? He joined our team last month.</a:t>
            </a:r>
          </a:p>
          <a:p>
            <a:r>
              <a:t>C (Dan): Hello, Karen. Pleased to meet you.</a:t>
            </a:r>
          </a:p>
          <a:p>
            <a:r>
              <a:t>B: Pleased to meet you, Dan. Are you based in Shanghai too?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C: Yes, I’m in the Shanghai office. Li Wei and I work in the same department.</a:t>
            </a:r>
          </a:p>
          <a:p>
            <a:r>
              <a:t>A: Dan, Karen is our main contact at Orion Foods.</a:t>
            </a:r>
          </a:p>
          <a:p>
            <a:r>
              <a:t>B: Happy to help, Dan. Here’s my business card.</a:t>
            </a:r>
          </a:p>
          <a:p>
            <a:r>
              <a:t>C: Thank you. Here’s mine. Let’s keep in touch.</a:t>
            </a:r>
          </a:p>
          <a:p>
            <a:r>
              <a:t>B: Of course. Is this your first conference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2 | </a:t>
            </a:r>
          </a:p>
          <a:p>
            <a:r>
              <a:t>Situation | You introduce a colleague to a client at an event.</a:t>
            </a:r>
          </a:p>
          <a:p>
            <a:r>
              <a:t>Your role (A) | The person who introduces. Colleague’s name and job: ______________</a:t>
            </a:r>
          </a:p>
          <a:p>
            <a:r>
              <a:t>Partners (B, C) | Client and colleague. Client’s company: ______________</a:t>
            </a:r>
          </a:p>
          <a:p>
            <a:r>
              <a:t>Must use (3 or more) | Have you met…? · I’d like you to meet… · Pleased to meet you · Let’s keep in touch</a:t>
            </a:r>
          </a:p>
          <a:p>
            <a:r>
              <a:t>Goal | Introduce both people, give one fact about each, start a short conversation.</a:t>
            </a:r>
          </a:p>
          <a:p>
            <a:r>
              <a:t>My notes | ____________________________________________</a:t>
            </a:r>
          </a:p>
          <a:p>
            <a:r>
              <a:t>Use a more formal style: “Karen, may I introduce my colleague, Dan Reed?”</a:t>
            </a:r>
          </a:p>
          <a:p>
            <a:r>
              <a:t>Add one reason why they should talk: “You both work with Asian suppliers.”</a:t>
            </a:r>
          </a:p>
          <a:p>
            <a:r>
              <a:t>Introduce someone senior (your director). Say the senior person’s name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How do you usually start a conversation with someone new at a meeting or event? | “I usually start by…” / “First, I say… Then I ask…”</a:t>
            </a:r>
          </a:p>
          <a:p>
            <a:r>
              <a:t>2. What is different when you meet a client and when you meet a new colleague? | “With a client, I am more… because…” / “With a colleague, I can…”</a:t>
            </a:r>
          </a:p>
          <a:p>
            <a:r>
              <a:t>3. Do people use first names in your company? Is this good or bad? | “In my company, people call each other…” / “I think this is good because…”</a:t>
            </a:r>
          </a:p>
          <a:p>
            <a:r>
              <a:t>4. Which small-talk topics are good, and which should you avoid? | “Good topics are… / I try to avoid… because it can be…”</a:t>
            </a:r>
          </a:p>
          <a:p>
            <a:r>
              <a:t>5. How do you remember people’s names? | “One way is to…” / “When I forget a name, I…”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“Good small-talk topics are travel, the weather, food and the city. These topics are easy and safe. I try to avoid topics like salary, age, or politics because they can feel too personal. If I don’t know what to say, I ask a simple question, for example, ‘How was your trip?’”</a:t>
            </a:r>
          </a:p>
          <a:p>
            <a:r>
              <a:t>句型 “I try to avoid… because…” 可以反复使用。注意 avoid 后面接名词或动名词:avoid talking about salary。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vs informal introductions 正式与非正式</a:t>
            </a:r>
          </a:p>
          <a:p>
            <a:r>
              <a:t>Situation | Formal (client, senior) | Informal (colleague, peer)</a:t>
            </a:r>
          </a:p>
          <a:p>
            <a:r>
              <a:t>Greeting | How do you do? / Good morning. | Hi! / Hello!</a:t>
            </a:r>
          </a:p>
          <a:p>
            <a:r>
              <a:t>Introducing yourself | Let me introduce myself. I’m… | Hi, I’m…</a:t>
            </a:r>
          </a:p>
          <a:p>
            <a:r>
              <a:t>Introducing someone | May I introduce…? / I’d like you to meet… | This is… / Have you met…?</a:t>
            </a:r>
          </a:p>
          <a:p>
            <a:r>
              <a:t>Replying | It’s a pleasure to meet you. | Nice to meet you. / Likewise.</a:t>
            </a:r>
          </a:p>
          <a:p>
            <a:r>
              <a:t>Leaving | It was a pleasure meeting you. | Nice meeting you. See you!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points </a:t>
            </a:r>
          </a:p>
          <a:p>
            <a:r>
              <a:t>Meet vs see: Use Nice to meet you the first time. Use Nice to see you again the second time.</a:t>
            </a:r>
          </a:p>
          <a:p>
            <a:r>
              <a:t>Introduce someone TO someone: “Let me introduce you to my colleague.” (not “introduce you my colleague”)</a:t>
            </a:r>
          </a:p>
          <a:p>
            <a:r>
              <a:t>Order: Say the more senior person’s name first. “Ms Green, this is Dan Reed, our new analyst.”</a:t>
            </a:r>
          </a:p>
          <a:p>
            <a:r>
              <a:t>“How do you do?” is not a real question. Reply with the same phrase: “How do you do?”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Polite intonation 礼貌语调</a:t>
            </a:r>
          </a:p>
          <a:p>
            <a:r>
              <a:t>Greetings: start high and fall, with a smile. “Nice to meet you.” (falling = warm and polite)</a:t>
            </a:r>
          </a:p>
          <a:p>
            <a:r>
              <a:t>Yes/no questions rise: “Is this your first visit? ↗”</a:t>
            </a:r>
          </a:p>
          <a:p>
            <a:r>
              <a:t>Wh- questions fall: “How was your flight? ↘”</a:t>
            </a:r>
          </a:p>
          <a:p>
            <a:r>
              <a:t>Say your name slowly and clearly. Stress your first name. “I’m Mia Chen.”</a:t>
            </a:r>
          </a:p>
          <a:p>
            <a:r>
              <a:t>语调平平会显得冷淡。一般疑问句用升调,特殊疑问句(how, what, where)用降调。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am pleasure to meet you.  →  ✓ It’s a pleasure to meet you. / I’m pleased to meet you.  (pleasure 是名词,pleased 是形容词)</a:t>
            </a:r>
          </a:p>
          <a:p>
            <a:r>
              <a:t>✗ Let me introduce you my colleague.  →  ✓ Let me introduce you to my colleague.  (introduce … to …)</a:t>
            </a:r>
          </a:p>
          <a:p>
            <a:r>
              <a:t>✗ Yesterday I meet a new client.  →  ✓ Yesterday I met a new client.  (过去式 meet → met)</a:t>
            </a:r>
          </a:p>
          <a:p>
            <a:r>
              <a:t>✗ Dan work in my team.  →  ✓ Dan works in my team.  (第三人称单数加 -s)</a:t>
            </a:r>
          </a:p>
          <a:p>
            <a:r>
              <a:t>Mistake Watch: Say the past tense of three verbs out loud: meet → met, say → said, go → went. Check every “he / she / it” verb for -s.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He is manager of sales.  →  ✓ He is the sales manager.  (职位前要加冠词)</a:t>
            </a:r>
          </a:p>
          <a:p>
            <a:r>
              <a:t>✗ It make me nervous to meet new people.  →  ✓ It makes me nervous to meet new people.  (it + 动词加 -s)</a:t>
            </a:r>
          </a:p>
          <a:p>
            <a:r>
              <a:t>✗ Nice to meet you! (second meeting)  →  ✓ Nice to see you again!  (第二次见面)</a:t>
            </a:r>
          </a:p>
          <a:p>
            <a:r>
              <a:t>✗ my colleage  →  ✓ my colleague  (拼写:colleague)</a:t>
            </a:r>
          </a:p>
          <a:p>
            <a:r>
              <a:t>Mistake Watch: Say the past tense of three verbs out loud: meet → met, say → said, go → went. Check every “he / she / it” verb for -s.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Handshake: Short, firm, with eye contact and a smile. A soft handshake can seem uninterested.</a:t>
            </a:r>
          </a:p>
          <a:p>
            <a:r>
              <a:t>Names: In English the first name usually comes first. Explain your name: “My surname is Li. Please call me Wei.”</a:t>
            </a:r>
          </a:p>
          <a:p>
            <a:r>
              <a:t>Titles: Say “Ms Wang” or “Mr Li”, not “Manager Wang” or “Teacher Li”. If you are not sure, use Mr / Ms + surname until they say “Please call me…”.</a:t>
            </a:r>
          </a:p>
          <a:p>
            <a:r>
              <a:t>Business cards: In China, two hands show respect. In the UK and the US it is usually casual. Look at the card for a moment, then put it away carefully.</a:t>
            </a:r>
          </a:p>
          <a:p>
            <a:r>
              <a:t>Small talk: Safe topics are travel, the city, food, and the event. Avoid age, salary, marriage, and weight.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greet a client formally and informally.</a:t>
            </a:r>
          </a:p>
          <a:p>
            <a:r>
              <a:t>I can introduce myself with my name, and ask people to call me by my first name.</a:t>
            </a:r>
          </a:p>
          <a:p>
            <a:r>
              <a:t>I can introduce one person to another with Have you met…? or I’d like you to meet…</a:t>
            </a:r>
          </a:p>
          <a:p>
            <a:r>
              <a:t>I can make 2–3 lines of small talk (trip, city, event) and end with Let’s keep in touch.</a:t>
            </a:r>
          </a:p>
          <a:p>
            <a:r>
              <a:t>I can say the past tense (met), the third-person -s (works) and the spelling of colleague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Read the 15 expressions aloud. Cover the English and say it from the Chinese.</a:t>
            </a:r>
          </a:p>
          <a:p>
            <a:r>
              <a:t>2–5 | Shadow the model dialogue (read with the same rhythm and intonation).</a:t>
            </a:r>
          </a:p>
          <a:p>
            <a:r>
              <a:t>5–8 | Role play with the blank role card. Record yourself.</a:t>
            </a:r>
          </a:p>
          <a:p>
            <a:r>
              <a:t>8–10 | Listen to the recording. Check: tense? -s? articles? Write 3 corrections.</a:t>
            </a:r>
          </a:p>
          <a:p>
            <a:r>
              <a:t>Weekly rhythm: Mon–Tue Scenario 1 · Wed–Thu Scenario 2 · Fri Level-up variation · Weekend: 1-minute speaking prompt again, record and compare with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04 · Self-introductions 自我介绍</a:t>
            </a:r>
          </a:p>
          <a:p>
            <a:r>
              <a:t>Goal: give a clear 30–60 second introduction about who you are, your background, your strengths, and your interests.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4 题讲过去的事,用过去式(introduced, went)。第 5 题用现在时:“I am good at…”。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Introduce yourself to a new team.</a:t>
            </a:r>
          </a:p>
          <a:p>
            <a:r>
              <a:t>Follow this order: name → where you are from / based → work or study → one strength → free time.</a:t>
            </a:r>
          </a:p>
          <a:p>
            <a:r>
              <a:t>Useful starters: “Let me tell you a bit about myself.” / “I’m originally from…” / “I’m good at…” / “In my free time, I…”</a:t>
            </a:r>
          </a:p>
          <a:p>
            <a:r>
              <a:t>一分钟约 100–120 个词。结构:我是谁 → 来自哪里 → 做什么 → 一个优点 → 业余爱好。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Starting your introduction 开场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Let me tell you a bit about myself. (phrase) 我来简单介绍一下自己 — “Let me tell you a bit about myself. I’m Wang Lin, the new coordinator.”</a:t>
            </a:r>
          </a:p>
          <a:p>
            <a:r>
              <a:t>I’m originally from… (phrase) 我老家是… — “I’m originally from Chengdu.”</a:t>
            </a:r>
          </a:p>
          <a:p>
            <a:r>
              <a:t>I’m based in… (phrase) 我目前常驻… — “I’m based in Shenzhen, but I travel a lot.”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Background and experience 背景与经历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background (noun) 背景,经历 — “My background is in sales and customer service.”</a:t>
            </a:r>
          </a:p>
          <a:p>
            <a:r>
              <a:t>graduate (from) (verb) 毕业(于) — “I graduated from Fudan University in 2019.”</a:t>
            </a:r>
          </a:p>
          <a:p>
            <a:r>
              <a:t>experience (noun (uncountable)) 经验 — “I have three years of experience in marketing.”</a:t>
            </a:r>
          </a:p>
          <a:p>
            <a:r>
              <a:t>I’ve been working in… for… (phrase) 我在…工作了… — “I’ve been working in logistics for four years.”</a:t>
            </a:r>
          </a:p>
          <a:p>
            <a:r>
              <a:t>Before that, I… (phrase) 在那之前,我… — “Before that, I worked for a small start-up.”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Skills and strengths 技能与优势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skill (noun) 技能 — “Communication is an important skill in my job.”</a:t>
            </a:r>
          </a:p>
          <a:p>
            <a:r>
              <a:t>strength (noun) 优点,强项 — “My biggest strength is staying calm under pressure.”</a:t>
            </a:r>
          </a:p>
          <a:p>
            <a:r>
              <a:t>be good at + -ing (phrase) 擅长… — “I’m good at explaining ideas simply.”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4: Personal side and closing 个人兴趣与结尾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In my free time, I… (phrase) 业余时间,我… — “In my free time, I play badminton with colleagues.”</a:t>
            </a:r>
          </a:p>
          <a:p>
            <a:r>
              <a:t>be interested in + -ing (phrase) 对…感兴趣 — “I’m interested in learning about data.”</a:t>
            </a:r>
          </a:p>
          <a:p>
            <a:r>
              <a:t>enjoy + -ing (verb) 喜欢… — “I enjoy meeting people from other countries.”</a:t>
            </a:r>
          </a:p>
          <a:p>
            <a:r>
              <a:t>I’m looking forward to + -ing (phrase) 我期待… — “I’m looking forward to working with you all.”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background / graduated / based / strength / interested / forward</a:t>
            </a:r>
          </a:p>
          <a:p>
            <a:r>
              <a:t>1. I’m _______ in Shenzhen, but I’m originally from Chengdu. → based</a:t>
            </a:r>
          </a:p>
          <a:p>
            <a:r>
              <a:t>2. I _______ from Sichuan University in 2019. → graduated</a:t>
            </a:r>
          </a:p>
          <a:p>
            <a:r>
              <a:t>3. My _______ is in finance. I worked in a bank for five years. → background</a:t>
            </a:r>
          </a:p>
          <a:p>
            <a:r>
              <a:t>4. My biggest _______ is working well with different teams. → strength</a:t>
            </a:r>
          </a:p>
          <a:p>
            <a:r>
              <a:t>5. I’m _______ in learning more about AI tools. → interested</a:t>
            </a:r>
          </a:p>
          <a:p>
            <a:r>
              <a:t>6. I’m looking _______ to working with you. → forward</a:t>
            </a:r>
          </a:p>
          <a:p>
            <a:r>
              <a:t>Mistake Watch (拼写与时态): experience (not “experence”), graduate (not “gradute”), graduated (past tense, because it is finished).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day in a new team 新团队第一天</a:t>
            </a:r>
          </a:p>
          <a:p>
            <a:r>
              <a:t>情景：It is your first day. The team leader asks you to introduce yourself at the team meeting.</a:t>
            </a:r>
          </a:p>
          <a:p>
            <a:r>
              <a:t>Role A: Chris Hall, Team Leader Role B: Wang Lin, new Project Coordinator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(Chris): Welcome to the team, Lin! Could you tell us a bit about yourself?</a:t>
            </a:r>
          </a:p>
          <a:p>
            <a:r>
              <a:t>B (Lin): Sure. Thank you, Chris. Let me tell you a bit about myself. I’m Wang Lin, and I’m originally from Chengdu.</a:t>
            </a:r>
          </a:p>
          <a:p>
            <a:r>
              <a:t>A: Nice. And where are you based now?</a:t>
            </a:r>
          </a:p>
          <a:p>
            <a:r>
              <a:t>B: I’m based in Shenzhen. I graduated from Sichuan University in 2019 with a degree in business.</a:t>
            </a:r>
          </a:p>
          <a:p>
            <a:r>
              <a:t>A: What did you do after that?</a:t>
            </a:r>
          </a:p>
          <a:p>
            <a:r>
              <a:t>B: I worked for a logistics company for four years. Before that, I did an internship at a travel agency.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What are you good at?</a:t>
            </a:r>
          </a:p>
          <a:p>
            <a:r>
              <a:t>B: I’m good at planning, and I’m good at working with different teams. My strength is staying calm when plans change.</a:t>
            </a:r>
          </a:p>
          <a:p>
            <a:r>
              <a:t>A: Great. What do you do in your free time?</a:t>
            </a:r>
          </a:p>
          <a:p>
            <a:r>
              <a:t>B: In my free time, I enjoy hiking, and I’m interested in photography.</a:t>
            </a:r>
          </a:p>
          <a:p>
            <a:r>
              <a:t>A: Sounds fun!</a:t>
            </a:r>
          </a:p>
          <a:p>
            <a:r>
              <a:t>B: Thanks. I’m looking forward to working with you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3 | </a:t>
            </a:r>
          </a:p>
          <a:p>
            <a:r>
              <a:t>Situation | First team meeting in a new job.</a:t>
            </a:r>
          </a:p>
          <a:p>
            <a:r>
              <a:t>Your role (B) | New team member. Your real job or the job you want: ______________</a:t>
            </a:r>
          </a:p>
          <a:p>
            <a:r>
              <a:t>Partner’s role (A) | Team leader. Asks follow-up questions.</a:t>
            </a:r>
          </a:p>
          <a:p>
            <a:r>
              <a:t>Must use (4 or more) | originally from · based in · graduated from · Before that · good at · In my free time · looking forward to</a:t>
            </a:r>
          </a:p>
          <a:p>
            <a:r>
              <a:t>Goal | A clear introduction of 6–8 sentences, about 45 seconds.</a:t>
            </a:r>
          </a:p>
          <a:p>
            <a:r>
              <a:t>My notes | ____________________________________________</a:t>
            </a:r>
          </a:p>
          <a:p>
            <a:r>
              <a:t>Make it 30 seconds. Keep only the three most useful facts.</a:t>
            </a:r>
          </a:p>
          <a:p>
            <a:r>
              <a:t>Add one short example for your strength: “For example, last year I…”</a:t>
            </a:r>
          </a:p>
          <a:p>
            <a:r>
              <a:t>The team leader asks a surprise question: “Why did you change jobs?” Answer in two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interview — “Tell me about yourself” 面试开场</a:t>
            </a:r>
          </a:p>
          <a:p>
            <a:r>
              <a:t>情景：An interviewer starts with “Tell me about yourself.” You have about one minute.</a:t>
            </a:r>
          </a:p>
          <a:p>
            <a:r>
              <a:t>Role A: Ms Green, Interviewer Role B: Daniel Zhou, Candidate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(Ms Green): Thanks for coming, Daniel. Let’s start with a simple question. Could you tell me about yourself?</a:t>
            </a:r>
          </a:p>
          <a:p>
            <a:r>
              <a:t>B (Daniel): Of course. I’m Daniel Zhou. I’m based in Hangzhou, but I’m originally from Nanjing.</a:t>
            </a:r>
          </a:p>
          <a:p>
            <a:r>
              <a:t>A: And what is your background?</a:t>
            </a:r>
          </a:p>
          <a:p>
            <a:r>
              <a:t>B: I graduated in 2018 with a degree in marketing. I’ve been working in e-commerce for six years, and I have experience in social media and customer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What would you say is your biggest strength?</a:t>
            </a:r>
          </a:p>
          <a:p>
            <a:r>
              <a:t>B: I think my strength is communication. I’m good at explaining ideas simply. For example, last year I trained five new colleagues.</a:t>
            </a:r>
          </a:p>
          <a:p>
            <a:r>
              <a:t>A: And before your current company?</a:t>
            </a:r>
          </a:p>
          <a:p>
            <a:r>
              <a:t>B: Before that, I worked for a small start-up. I learned a lot about working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What do you do in your free time?</a:t>
            </a:r>
          </a:p>
          <a:p>
            <a:r>
              <a:t>B: In my free time, I enjoy running. I’m also interested in learning Spanish.</a:t>
            </a:r>
          </a:p>
          <a:p>
            <a:r>
              <a:t>A: Thank you. That was a clear introduction.</a:t>
            </a:r>
          </a:p>
          <a:p>
            <a:r>
              <a:t>B: Thank you. I’m looking forward to hearing more about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4 | </a:t>
            </a:r>
          </a:p>
          <a:p>
            <a:r>
              <a:t>Situation | A job interview for a role you would like.</a:t>
            </a:r>
          </a:p>
          <a:p>
            <a:r>
              <a:t>Your role (B) | Candidate. The job you apply for: ______________</a:t>
            </a:r>
          </a:p>
          <a:p>
            <a:r>
              <a:t>Partner’s role (A) | Interviewer. Asks: “Tell me about yourself.”</a:t>
            </a:r>
          </a:p>
          <a:p>
            <a:r>
              <a:t>Must use (4 or more) | background · experience · I’ve been working in… for… · strength · be good at · looking forward to</a:t>
            </a:r>
          </a:p>
          <a:p>
            <a:r>
              <a:t>Goal | Link your background to the job. Give one example.</a:t>
            </a:r>
          </a:p>
          <a:p>
            <a:r>
              <a:t>My notes | ____________________________________________</a:t>
            </a:r>
          </a:p>
          <a:p>
            <a:r>
              <a:t>Use the structure Present → Past → Future: what you do now, what you did before, what you want next.</a:t>
            </a:r>
          </a:p>
          <a:p>
            <a:r>
              <a:t>The interviewer interrupts: “Sorry, could you say that again more slowly?” Repeat it with simpler words.</a:t>
            </a:r>
          </a:p>
          <a:p>
            <a:r>
              <a:t>Do it as a video call. Start with “Can you hear me OK?” and look at the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How long should a business self-introduction be? Why? | “I think 30 to 60 seconds is… because…” / “If it is too long, people may…”</a:t>
            </a:r>
          </a:p>
          <a:p>
            <a:r>
              <a:t>2. What should you include? What should you leave out? | “I always include… / I usually leave out… because it is not…”</a:t>
            </a:r>
          </a:p>
          <a:p>
            <a:r>
              <a:t>3. Is it OK to talk about hobbies in a work introduction? | “Yes, it is OK because…” / “A hobby can show that I am…”</a:t>
            </a:r>
          </a:p>
          <a:p>
            <a:r>
              <a:t>4. How do you feel about talking about your own strengths? | “I feel a bit… when I talk about myself, because…” / “To sound confident, I try to…”</a:t>
            </a:r>
          </a:p>
          <a:p>
            <a:r>
              <a:t>5. How is an interview introduction different from a team-meeting introduction? | “In an interview, I focus on… In a team meeting, I focus on…”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“I feel a bit shy when I talk about my strengths, because in my culture we usually try to be modest. But in English business situations, people want clear information. So I use facts and examples. For example, I don’t say ‘I am very good.’ I say, ‘I’m good at planning. Last year I managed three projects on time.’”</a:t>
            </a:r>
          </a:p>
          <a:p>
            <a:r>
              <a:t>谦虚是美德,但在英语职场里,“事实 + 例子”比”自谦”更有说服力。注意:focus on(不是 fouces),I focus / she focuses。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tense? 用哪个时态</a:t>
            </a:r>
          </a:p>
          <a:p>
            <a:r>
              <a:t>Use | Tense | Example</a:t>
            </a:r>
          </a:p>
          <a:p>
            <a:r>
              <a:t>Job now, facts | Present simple | “I work in marketing.” / “She works in sales.”</a:t>
            </a:r>
          </a:p>
          <a:p>
            <a:r>
              <a:t>Finished past event with a date | Past simple | “I graduated in 2019.” / “I moved to Shenzhen in 2022.”</a:t>
            </a:r>
          </a:p>
          <a:p>
            <a:r>
              <a:t>Started in the past, continues now | Present perfect | “I’ve worked here for three years.” / “I’ve been working here since 2023.”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tense? 用哪个时态</a:t>
            </a:r>
          </a:p>
          <a:p>
            <a:r>
              <a:t>for + a period of time: for four years. since + a starting point: since 2020. ago = past simple: I joined two years ago.</a:t>
            </a:r>
          </a:p>
          <a:p>
            <a:r>
              <a:t>Use -ing after good at, interested in, enjoy, looking forward to: “I’m good at explaining.”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simple 60-second structure 60 秒结构</a:t>
            </a:r>
          </a:p>
          <a:p>
            <a:r>
              <a:t>Who: name, where from / based.</a:t>
            </a:r>
          </a:p>
          <a:p>
            <a:r>
              <a:t>Now: job and company, main task.</a:t>
            </a:r>
          </a:p>
          <a:p>
            <a:r>
              <a:t>Before: one or two steps in your background.</a:t>
            </a:r>
          </a:p>
          <a:p>
            <a:r>
              <a:t>Strength: one strength + one example.</a:t>
            </a:r>
          </a:p>
          <a:p>
            <a:r>
              <a:t>Personal: one hobby. Close: “I’m looking forward to working with you.”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am graduated from Fudan University.  →  ✓ I graduated from Fudan University.  (graduate 不用被动)</a:t>
            </a:r>
          </a:p>
          <a:p>
            <a:r>
              <a:t>✗ I have worked there in 2018.  →  ✓ I worked there in 2018.  (有具体时间 → 过去式)</a:t>
            </a:r>
          </a:p>
          <a:p>
            <a:r>
              <a:t>✗ I work here since 2020.  →  ✓ I have worked here since 2020.  (since → 现在完成时)</a:t>
            </a:r>
          </a:p>
          <a:p>
            <a:r>
              <a:t>✗ I’m good at speak English.  →  ✓ I’m good at speaking English.  (介词后用 -ing)</a:t>
            </a:r>
          </a:p>
          <a:p>
            <a:r>
              <a:t>✗ I am interest in sales.  →  ✓ I am interested in sales.  (形容词 interested)</a:t>
            </a:r>
          </a:p>
          <a:p>
            <a:r>
              <a:t>Mistake Watch: Before you say a sentence about the past, find the time word (yesterday, last year, in 2019, ago). If you see one, use the past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have a lot of experiences.  →  ✓ I have a lot of experience.  (experience 不可数)</a:t>
            </a:r>
          </a:p>
          <a:p>
            <a:r>
              <a:t>✗ Yesterday I eat lunch with my new team.  →  ✓ Yesterday I ate lunch with my new team.  (过去式 eat → ate)</a:t>
            </a:r>
          </a:p>
          <a:p>
            <a:r>
              <a:t>✗ My job focus on customers.  →  ✓ My job focuses on customers.  (第三人称单数 -s)</a:t>
            </a:r>
          </a:p>
          <a:p>
            <a:r>
              <a:t>✗ It make me proud.  →  ✓ It makes me proud.  (it + 动词加 -s)</a:t>
            </a:r>
          </a:p>
          <a:p>
            <a:r>
              <a:t>✗ fouces / experence / gradute  →  ✓ focus / experience / graduate  (拼写)</a:t>
            </a:r>
          </a:p>
          <a:p>
            <a:r>
              <a:t>Mistake Watch: Before you say a sentence about the past, find the time word (yesterday, last year, in 2019, ago). If you see one, use the past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Shorter is better. English business introductions are usually 30–60 seconds. Don’t tell your whole life story.</a:t>
            </a:r>
          </a:p>
          <a:p>
            <a:r>
              <a:t>Leave out age, marital status, salary, and family details. They are private in most Western workplaces.</a:t>
            </a:r>
          </a:p>
          <a:p>
            <a:r>
              <a:t>Show, don’t boast. Say “I’m good at X. For example, I…” Don’t say “I’m excellent” without proof. Don’t say “My English is poor” either. Say “I’m improving my English every day.”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Eye contact and smile. Look at the group, not at your notes.</a:t>
            </a:r>
          </a:p>
          <a:p>
            <a:r>
              <a:t>Hobbies make you human and easy to talk to. One hobby is enough.</a:t>
            </a:r>
          </a:p>
          <a:p>
            <a:r>
              <a:t>Intonation: In a list, go up, up, down: “I enjoy hiking ↗, photography ↗ and cooking ↘.” Finish statements with a falling tone.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start an introduction with Let me tell you a bit about myself.</a:t>
            </a:r>
          </a:p>
          <a:p>
            <a:r>
              <a:t>I can say where I am from and where I am based.</a:t>
            </a:r>
          </a:p>
          <a:p>
            <a:r>
              <a:t>I can describe my background with the right tenses (graduated, worked, have been working).</a:t>
            </a:r>
          </a:p>
          <a:p>
            <a:r>
              <a:t>I can name one strength with an example, using be good at + -ing.</a:t>
            </a:r>
          </a:p>
          <a:p>
            <a:r>
              <a:t>I can finish with a hobby and I’m looking forward to working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Say the 15 expressions. Make one true sentence about yourself with 3 of them.</a:t>
            </a:r>
          </a:p>
          <a:p>
            <a:r>
              <a:t>2–4 | Read the model introduction aloud twice. Copy the pauses.</a:t>
            </a:r>
          </a:p>
          <a:p>
            <a:r>
              <a:t>4–8 | Say your own 45-second introduction. Record it.</a:t>
            </a:r>
          </a:p>
          <a:p>
            <a:r>
              <a:t>8–10 | Listen. Check tenses (graduated / have worked), -s, articles, and spelling. Fix 3 mistakes and record again.</a:t>
            </a:r>
          </a:p>
          <a:p>
            <a:r>
              <a:t>Weekly rhythm: Mon–Tue 60-second version · Wed–Thu 30-second version · Fri interview version · Weekend: compare your Monday and Friday recordings.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 05 · What do you do? 你的职业是什么?</a:t>
            </a:r>
          </a:p>
          <a:p>
            <a:r>
              <a:t>Goal: ask about and describe jobs, companies, departments and responsibilities, and keep a short work-related small talk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热身：每题请一位学员用 2–3 句话回答，点击逐题出现。积极发言的小组 +1。</a:t>
            </a:r>
          </a:p>
          <a:p>
            <a:r>
              <a:t>第 1 题用一般现在时:“I work in…” / “I’m a…”。第 3 题讲过去的愿望:“I wanted to be…”。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一分钟挑战：给 1 分钟准备，然后每组派一人计时发言 60 秒，不停顿、不说中文即可得分。</a:t>
            </a:r>
          </a:p>
          <a:p>
            <a:r>
              <a:t>Explain your job to a friend who knows nothing about your industry.</a:t>
            </a:r>
          </a:p>
          <a:p>
            <a:r>
              <a:t>Say: your job title → your company and department → three things you do → who you work with → what you like about it.</a:t>
            </a:r>
          </a:p>
          <a:p>
            <a:r>
              <a:t>Useful starters: “I’m a… at…” / “I’m responsible for…” / “I deal with…” / “I report to…”</a:t>
            </a:r>
          </a:p>
          <a:p>
            <a:r>
              <a:t>向外行解释工作时,用简单词。不要用缩写和行业术语。3 件日常工作用 3 个动词:manage, write, talk to…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1: Asking about jobs 询问工作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What do you do? (phrase) 你是做什么工作的? — “Nice to meet you. So, what do you do?”</a:t>
            </a:r>
          </a:p>
          <a:p>
            <a:r>
              <a:t>What line of work are you in? (phrase) 你从事哪一行? — “What line of work are you in?” — “I’m in finance.”</a:t>
            </a:r>
          </a:p>
          <a:p>
            <a:r>
              <a:t>Who do you work for? (phrase) 你在哪家公司工作? — “Who do you work for?” — “I work for a software company.”</a:t>
            </a:r>
          </a:p>
          <a:p>
            <a:r>
              <a:t>How long have you been with the company? (phrase) 你在公司多久了? — “How long have you been with the company?” — “About five years.”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Giving job information 介绍职位与职责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job title (noun) 职位名称 — “My job title is Sales Assistant.”</a:t>
            </a:r>
          </a:p>
          <a:p>
            <a:r>
              <a:t>department (noun) 部门 — “I’m in the Finance department.”</a:t>
            </a:r>
          </a:p>
          <a:p>
            <a:r>
              <a:t>I work for / at / in… (phrase) 我在…工作 — “I work for Huawei, at the Shenzhen office, in HR.”</a:t>
            </a:r>
          </a:p>
          <a:p>
            <a:r>
              <a:t>be responsible for (phrase) 负责… — “I’m responsible for customer orders.”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2: Giving job information 介绍职位与职责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be in charge of (phrase) 主管,负责… — “She’s in charge of the project budget.”</a:t>
            </a:r>
          </a:p>
          <a:p>
            <a:r>
              <a:t>deal with (phrasal verb) 处理,与…打交道 — “I deal with customer complaints every day.”</a:t>
            </a:r>
          </a:p>
          <a:p>
            <a:r>
              <a:t>report to (phrasal verb) 向…汇报 — “I report to the Marketing Director.”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 3: Describing the job and small talk 描述工作与寒暄</a:t>
            </a:r>
          </a:p>
          <a:p>
            <a:r>
              <a:t>领读 → 学员跟读 → 请学员用表达造一个和自己工作相关的句子。</a:t>
            </a:r>
          </a:p>
          <a:p>
            <a:r>
              <a:t>industry (noun) 行业 — “We’re in the logistics industry.”</a:t>
            </a:r>
          </a:p>
          <a:p>
            <a:r>
              <a:t>full-time / part-time (adjective) 全职 / 兼职 — “I work full-time, but my colleague works part-time.”</a:t>
            </a:r>
          </a:p>
          <a:p>
            <a:r>
              <a:t>It keeps me busy. (phrase) 工作让我很忙 — “It keeps me busy, but I enjoy it.”</a:t>
            </a:r>
          </a:p>
          <a:p>
            <a:r>
              <a:t>That sounds interesting! (phrase) 听起来很有意思! — “You work in robotics? That sounds interesting!”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抢答：老师指一张卡，各组抢答英文表达，答对 +1。点击按顺序揭晓答案。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限时 2 分钟独立完成，然后逐题点击揭晓答案。全对的学员为小组 +1。</a:t>
            </a:r>
          </a:p>
          <a:p>
            <a:r>
              <a:t>do / for / responsible / charge / report / industry</a:t>
            </a:r>
          </a:p>
          <a:p>
            <a:r>
              <a:t>1. What do you _______? — I’m a project manager. → do</a:t>
            </a:r>
          </a:p>
          <a:p>
            <a:r>
              <a:t>2. I work _______ a bank in Shanghai. → for</a:t>
            </a:r>
          </a:p>
          <a:p>
            <a:r>
              <a:t>3. I’m _______ for the monthly sales report. → responsible</a:t>
            </a:r>
          </a:p>
          <a:p>
            <a:r>
              <a:t>4. She is in _______ of the IT team. → charge</a:t>
            </a:r>
          </a:p>
          <a:p>
            <a:r>
              <a:t>5. I _______ to the General Manager. → report</a:t>
            </a:r>
          </a:p>
          <a:p>
            <a:r>
              <a:t>6. What line of work are you in? — I’m in the food _______. → industry</a:t>
            </a:r>
          </a:p>
          <a:p>
            <a:r>
              <a:t>Mistake Watch (拼写与 -s): responsible (not “responsable”), department (not “departement”), manager (one g). She manages, he deals with, it keeps me busy.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Networking event 行业交流活动</a:t>
            </a:r>
          </a:p>
          <a:p>
            <a:r>
              <a:t>情景：You meet a stranger at a business networking evening. You talk about your jobs.</a:t>
            </a:r>
          </a:p>
          <a:p>
            <a:r>
              <a:t>Role A: Maria Lopez, Marketing Manager at a travel company Role B: Jack Wu, Accountant at a medical equipment company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(Maria): Hi, I’m Maria. Nice to meet you.</a:t>
            </a:r>
          </a:p>
          <a:p>
            <a:r>
              <a:t>B (Jack): Nice to meet you, Maria. I’m Jack.</a:t>
            </a:r>
          </a:p>
          <a:p>
            <a:r>
              <a:t>A: So, Jack, what do you do?</a:t>
            </a:r>
          </a:p>
          <a:p>
            <a:r>
              <a:t>B: I’m an accountant. I work for a medical equipment company in Suzhou. And you?</a:t>
            </a:r>
          </a:p>
          <a:p>
            <a:r>
              <a:t>A: I work in marketing at a travel company. I’m responsible for social media and online ads.</a:t>
            </a:r>
          </a:p>
          <a:p>
            <a:r>
              <a:t>B: That sounds interesting! How long have you been with the company?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A: For three years. I report to the Marketing Director. What about you? Do you work in a big team?</a:t>
            </a:r>
          </a:p>
          <a:p>
            <a:r>
              <a:t>B: I’m in the Finance department. There are six of us. I deal with budgets and monthly reports.</a:t>
            </a:r>
          </a:p>
          <a:p>
            <a:r>
              <a:t>A: How do you like your job?</a:t>
            </a:r>
          </a:p>
          <a:p>
            <a:r>
              <a:t>B: It keeps me busy, especially at month-end, but I enjoy it.</a:t>
            </a:r>
          </a:p>
          <a:p>
            <a:r>
              <a:t>A: Let’s keep in touch. Here’s my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5 | </a:t>
            </a:r>
          </a:p>
          <a:p>
            <a:r>
              <a:t>Situation | Networking event. You do not know the other person.</a:t>
            </a:r>
          </a:p>
          <a:p>
            <a:r>
              <a:t>Your role (A) | Yourself, with your real job. Job title: ______________ Company: ______________</a:t>
            </a:r>
          </a:p>
          <a:p>
            <a:r>
              <a:t>Partner’s role (B) | A person from a different industry.</a:t>
            </a:r>
          </a:p>
          <a:p>
            <a:r>
              <a:t>Must use (4 or more) | What do you do? · I work for/in/at… · responsible for · deal with · report to · That sounds interesting!</a:t>
            </a:r>
          </a:p>
          <a:p>
            <a:r>
              <a:t>Goal | Ask and answer about job, company and team. Keep talking for 2 minutes.</a:t>
            </a:r>
          </a:p>
          <a:p>
            <a:r>
              <a:t>My notes | ____________________________________________</a:t>
            </a:r>
          </a:p>
          <a:p>
            <a:r>
              <a:t>Your partner’s job is very technical. Ask: “Sorry, could you explain that in simple words?”</a:t>
            </a:r>
          </a:p>
          <a:p>
            <a:r>
              <a:t>Give a one-sentence summary at the end: “So, you help hospitals buy equipment, right?”</a:t>
            </a:r>
          </a:p>
          <a:p>
            <a:r>
              <a:t>Change to a formal event: use “May I ask what line of work you are in?”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call with a new client 与新客户视频会议</a:t>
            </a:r>
          </a:p>
          <a:p>
            <a:r>
              <a:t>情景：On a first video call, a new client asks about your role and who to contact.</a:t>
            </a:r>
          </a:p>
          <a:p>
            <a:r>
              <a:t>Role A: Mr Evans, new client Role B: Zoe Zhang, Project Coordinator</a:t>
            </a:r>
          </a:p>
          <a:p>
            <a:r>
              <a:t>先师生示范一遍，再两人一组练习，最后请 1–2 组上台表演，表现最好的组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A (Mr Evans): Hi Zoe, thanks for joining. Before we start, what exactly is your job title?</a:t>
            </a:r>
          </a:p>
          <a:p>
            <a:r>
              <a:t>B (Zoe): I’m the project coordinator. I’m in charge of the schedule, and I deal with all client requests.</a:t>
            </a:r>
          </a:p>
          <a:p>
            <a:r>
              <a:t>A: Do you work full-time on our project?</a:t>
            </a:r>
          </a:p>
          <a:p>
            <a:r>
              <a:t>B: No. I work full-time for the company, but I work on three projects. Yours is my main one.</a:t>
            </a:r>
          </a:p>
          <a:p>
            <a:r>
              <a:t>A: Who do you report 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先全班分角色朗读（模仿语音语调），再两人一组练习。</a:t>
            </a:r>
          </a:p>
          <a:p>
            <a:r>
              <a:t>B: I report to Mr Lin, our operations director. He is responsible for the whole team.</a:t>
            </a:r>
          </a:p>
          <a:p>
            <a:r>
              <a:t>A: And what line of work is your company in?</a:t>
            </a:r>
          </a:p>
          <a:p>
            <a:r>
              <a:t>B: We’re in the logistics industry. We help companies move products across Asia.</a:t>
            </a:r>
          </a:p>
          <a:p>
            <a:r>
              <a:t>A: Great. If I have a problem with a delivery, who should I contact?</a:t>
            </a:r>
          </a:p>
          <a:p>
            <a:r>
              <a:t>B: Please contact me first. I’ll solve it or ask the right person in my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学员两人一组，按角色卡即兴对话 3 分钟（不看范文）。完成后挑战进阶版任务，挑战成功 +2。</a:t>
            </a:r>
          </a:p>
          <a:p>
            <a:r>
              <a:t>Role card 6 | </a:t>
            </a:r>
          </a:p>
          <a:p>
            <a:r>
              <a:t>Situation | First video call with a new client or new colleague.</a:t>
            </a:r>
          </a:p>
          <a:p>
            <a:r>
              <a:t>Your role (B) | Yourself, or a coordinator. Job title: ______________ Department: ______________</a:t>
            </a:r>
          </a:p>
          <a:p>
            <a:r>
              <a:t>Partner’s role (A) | Client. Asks about role, boss, company, and contact person.</a:t>
            </a:r>
          </a:p>
          <a:p>
            <a:r>
              <a:t>Must use (4 or more) | job title · in charge of · responsible for · report to · industry · full-time</a:t>
            </a:r>
          </a:p>
          <a:p>
            <a:r>
              <a:t>Goal | Make your role and responsibilities clear in under 90 seconds.</a:t>
            </a:r>
          </a:p>
          <a:p>
            <a:r>
              <a:t>My notes | ____________________________________________</a:t>
            </a:r>
          </a:p>
          <a:p>
            <a:r>
              <a:t>The client asks: “What is the difference between your job and your manager’s?” Explain it in 2–3 sentences.</a:t>
            </a:r>
          </a:p>
          <a:p>
            <a:r>
              <a:t>Add numbers: “I deal with about 20 requests a week. My team has eight people.”</a:t>
            </a:r>
          </a:p>
          <a:p>
            <a:r>
              <a:t>The connection is bad. Say: “Sorry, you’re breaking up. Could you repeat that, please?”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小组讨论：每组抽 1–2 题，准备 2 分钟后派代表发言，鼓励使用 Starters 里的句型。</a:t>
            </a:r>
          </a:p>
          <a:p>
            <a:r>
              <a:t>1. What do you like and dislike about your job? | “What I like most is… because…” / “What I don’t like is… but…”</a:t>
            </a:r>
          </a:p>
          <a:p>
            <a:r>
              <a:t>2. Which jobs are popular in your country now? Why? | “Many young people want to be… because…” / “The salary is… and the work is…”</a:t>
            </a:r>
          </a:p>
          <a:p>
            <a:r>
              <a:t>3. How do you explain your job to someone who does not understand it? | “I usually say…” / “I compare it to…” / “In simple words, I…”</a:t>
            </a:r>
          </a:p>
          <a:p>
            <a:r>
              <a:t>4. Is a full-time or part-time (flexible) job better for you? Why? | “For me, a… job is better because…” / “On the one hand… On the other hand…”</a:t>
            </a:r>
          </a:p>
          <a:p>
            <a:r>
              <a:t>5. How has your job changed in the last five years? | “Five years ago, I… Now I…” / “The biggest change is… because of…”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范例回答：先请学员自己回答，再展示范例，标出可以借用的句型。</a:t>
            </a:r>
          </a:p>
          <a:p>
            <a:r>
              <a:t>“What I like most about my job is working with different people. Every day I talk to customers, and I learn something new. What I don’t like is writing long reports, because it takes a lot of time. But my manager helps me, and our team focuses on solving problems quickly, so it is a good job for me.”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simple for jobs 用一般现在时谈工作</a:t>
            </a:r>
          </a:p>
          <a:p>
            <a:r>
              <a:t>Permanent / regular (present simple) | Temporary / now (present continuous)</a:t>
            </a:r>
          </a:p>
          <a:p>
            <a:r>
              <a:t>I work in finance. | I’m working from home this week.</a:t>
            </a:r>
          </a:p>
          <a:p>
            <a:r>
              <a:t>She leads the sales team. | She’s leading a special project this month.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simple for jobs 用一般现在时谈工作</a:t>
            </a:r>
          </a:p>
          <a:p>
            <a:r>
              <a:t>Use the present simple for your job and regular duties: “I work in HR.” “She manages a team.”</a:t>
            </a:r>
          </a:p>
          <a:p>
            <a:r>
              <a:t>he / she / it → add -s / -es: works, manages, deals, focuses, goes.</a:t>
            </a:r>
          </a:p>
          <a:p>
            <a:r>
              <a:t>Use the present continuous for temporary or changing things: “I’m working on a new project this month.”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work for / at / in / as 介词用法</a:t>
            </a:r>
          </a:p>
          <a:p>
            <a:r>
              <a:t>Preposition | Use | Example</a:t>
            </a:r>
          </a:p>
          <a:p>
            <a:r>
              <a:t>for | the company or the boss | “I work for a bank.”</a:t>
            </a:r>
          </a:p>
          <a:p>
            <a:r>
              <a:t>at | a specific place or company | “I work at the Shanghai office.”</a:t>
            </a:r>
          </a:p>
          <a:p>
            <a:r>
              <a:t>in | department, city, industry | “I work in marketing / in Beijing / in retail.”</a:t>
            </a:r>
          </a:p>
          <a:p>
            <a:r>
              <a:t>as | the role or job | “I work as a designer.”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work for / at / in / as 介词用法</a:t>
            </a:r>
          </a:p>
          <a:p>
            <a:r>
              <a:t>You can say “I’m a designer” or “I work as a designer”. Jobs need a / an: an engineer, an accountant, a manager.</a:t>
            </a:r>
          </a:p>
          <a:p>
            <a:r>
              <a:t>Say “the sales manager” for one specific person: “He’s the sales manager.”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vs informal 正式与非正式</a:t>
            </a:r>
          </a:p>
          <a:p>
            <a:r>
              <a:t>Informal | Formal</a:t>
            </a:r>
          </a:p>
          <a:p>
            <a:r>
              <a:t>What do you do? | May I ask what line of work you are in?</a:t>
            </a:r>
          </a:p>
          <a:p>
            <a:r>
              <a:t>Who do you work for? | Which company are you with?</a:t>
            </a:r>
          </a:p>
          <a:p>
            <a:r>
              <a:t>How’s the job? | How are you finding your new position?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Polite intonation 礼貌语调</a:t>
            </a:r>
          </a:p>
          <a:p>
            <a:r>
              <a:t>“What do you do?” can sound direct. Make it softer: “So, what do you do?” or “What do you do, if you don’t mind me asking?” Smile and use a falling tone.</a:t>
            </a:r>
          </a:p>
          <a:p>
            <a:r>
              <a:t>Show interest with the reply: “That sounds interesting!” Make interesting high and long.</a:t>
            </a:r>
          </a:p>
          <a:p>
            <a:r>
              <a:t>Follow up a short answer with a question back: “I’m an accountant. And you?” (rising)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I am work in a bank.  →  ✓ I work in a bank.  (不能 am + work)</a:t>
            </a:r>
          </a:p>
          <a:p>
            <a:r>
              <a:t>✗ I work in Huawei.  →  ✓ I work for / at Huawei.  (公司用 for / at)</a:t>
            </a:r>
          </a:p>
          <a:p>
            <a:r>
              <a:t>✗ I’m engineer.  →  ✓ I’m an engineer.  (职业前加冠词 a / an)</a:t>
            </a:r>
          </a:p>
          <a:p>
            <a:r>
              <a:t>✗ He work for a big company.  →  ✓ He works for a big company.  (第三人称单数 -s)</a:t>
            </a:r>
          </a:p>
          <a:p>
            <a:r>
              <a:t>✗ I’m responsible of sales.  →  ✓ I’m responsible for sales.  (responsible for)</a:t>
            </a:r>
          </a:p>
          <a:p>
            <a:r>
              <a:t>Mistake Watch: Read your recording script. Underline every verb. Ask three questions: Is it past or present? Is it he / she / it? Is the spelling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找错游戏：各组抢答，指出错误并说出正确说法 +1。点击逐条揭晓正确答案。</a:t>
            </a:r>
          </a:p>
          <a:p>
            <a:r>
              <a:t>✗ My job is sell software.  →  ✓ My job is to sell software. / I sell software.  (不定式 / 动词)</a:t>
            </a:r>
          </a:p>
          <a:p>
            <a:r>
              <a:t>✗ I work here since 2021.  →  ✓ I have worked here since 2021.  (since → 现在完成时)</a:t>
            </a:r>
          </a:p>
          <a:p>
            <a:r>
              <a:t>✗ Last year I manage a big project.  →  ✓ Last year I managed a big project.  (过去式)</a:t>
            </a:r>
          </a:p>
          <a:p>
            <a:r>
              <a:t>✗ My team fouces on sales.  →  ✓ My team focuses on sales.  (拼写 + -s)</a:t>
            </a:r>
          </a:p>
          <a:p>
            <a:r>
              <a:t>✗ I have many works to do.  →  ✓ I have a lot of work to do.  (work 不可数)</a:t>
            </a:r>
          </a:p>
          <a:p>
            <a:r>
              <a:t>Mistake Watch: Read your recording script. Underline every verb. Ask three questions: Is it past or present? Is it he / she / it? Is the spelling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tips 文化小贴士</a:t>
            </a:r>
          </a:p>
          <a:p>
            <a:r>
              <a:t>“What do you do?” is a normal opening in English-speaking countries. It means “What is your job?”, not a test of your success.</a:t>
            </a:r>
          </a:p>
          <a:p>
            <a:r>
              <a:t>Don’t ask about salary, age, or promotion. Ask about the work: “What do you enjoy about it?”</a:t>
            </a:r>
          </a:p>
          <a:p>
            <a:r>
              <a:t>Say the company and the role. “I’m a buyer at a retail company” is clearer than “I work in an office.”</a:t>
            </a:r>
          </a:p>
          <a:p>
            <a:r>
              <a:t>Job titles differ between companies. “Manager” can mean different things, so add one detail: “I manage a team of five.”</a:t>
            </a:r>
          </a:p>
          <a:p>
            <a:r>
              <a:t>Keep it positive. “It keeps me busy” is fine. Long complaints about your boss are not good in first meetings.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课堂小结：请学员对每一条自评 1–3 星，选一条“还没做到”的作为课后练习目标。</a:t>
            </a:r>
          </a:p>
          <a:p>
            <a:r>
              <a:t>I can ask What do you do? and two follow-up questions politely.</a:t>
            </a:r>
          </a:p>
          <a:p>
            <a:r>
              <a:t>I can say my job title, company and department with for / at / in.</a:t>
            </a:r>
          </a:p>
          <a:p>
            <a:r>
              <a:t>I can describe my main tasks with responsible for, in charge of, deal with.</a:t>
            </a:r>
          </a:p>
          <a:p>
            <a:r>
              <a:t>I can explain who I report to and what my team does.</a:t>
            </a:r>
          </a:p>
          <a:p>
            <a:r>
              <a:t>I can use present simple correctly with he / she / it (-s), and use a / an with job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布置课后练习：每天 10 分钟，按下表完成，下节课开头抽查。</a:t>
            </a:r>
          </a:p>
          <a:p>
            <a:r>
              <a:t>Minutes | Activity</a:t>
            </a:r>
          </a:p>
          <a:p>
            <a:r>
              <a:t>0–2 | Say the 15 expressions. Make 3 true sentences about your job.</a:t>
            </a:r>
          </a:p>
          <a:p>
            <a:r>
              <a:t>2–4 | Shadow the networking dialogue. Copy the intonation.</a:t>
            </a:r>
          </a:p>
          <a:p>
            <a:r>
              <a:t>4–8 | Answer “What do you do?” in 30 seconds, then in 60 seconds. Record both.</a:t>
            </a:r>
          </a:p>
          <a:p>
            <a:r>
              <a:t>8–10 | Check the recording for: verb tense, -s, a / an, and spelling. Write your 3 best new sentences in a notebook.</a:t>
            </a:r>
          </a:p>
          <a:p>
            <a:r>
              <a:t>Weekly rhythm: Mon–Tue Scenario 1 · Wed–Thu Scenario 2 · Fri Level-up variation · Weekend: record one minute: “My job”, then compare with last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单元复习游戏：各组轮流选数字，点击进入挑战页，完成挑战得分；盒子里有奖励、炸弹和偷分卡。</a:t>
            </a:r>
          </a:p>
          <a:p>
            <a:r>
              <a:t>挑战页右下角 ↩ Back 返回本页。挑战页为隐藏幻灯片，正常翻页不会出现。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单元终极挑战：每题限时 10 秒抢答，答对 +1。点一次出题，再点一次出答案。</a:t>
            </a:r>
          </a:p>
          <a:p>
            <a:r>
              <a:t>“工作让我很忙” in English? → It keeps me busy.</a:t>
            </a:r>
          </a:p>
          <a:p>
            <a:r>
              <a:t>“名 / 姓” in English? → first name / surname</a:t>
            </a:r>
          </a:p>
          <a:p>
            <a:r>
              <a:t>“你在公司多久了?” in English? → How long have you been with the company?</a:t>
            </a:r>
          </a:p>
          <a:p>
            <a:r>
              <a:t>Fix it: I am graduated from Fudan University. → I graduated from Fudan University.</a:t>
            </a:r>
          </a:p>
          <a:p>
            <a:r>
              <a:t>Fix it: Yesterday I eat lunch with my new team. → Yesterday I ate lunch with my new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统计各组得分，宣布冠军组，全班鼓掌！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结束：提醒学员完成每日 10 分钟练习，下节课开头抽查。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31.xml"/><Relationship Id="rId5" Type="http://schemas.openxmlformats.org/officeDocument/2006/relationships/slide" Target="slide6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0.xml"/><Relationship Id="rId4" Type="http://schemas.openxmlformats.org/officeDocument/2006/relationships/slide" Target="slide91.xml"/><Relationship Id="rId5" Type="http://schemas.openxmlformats.org/officeDocument/2006/relationships/slide" Target="slide92.xml"/><Relationship Id="rId6" Type="http://schemas.openxmlformats.org/officeDocument/2006/relationships/slide" Target="slide93.xml"/><Relationship Id="rId7" Type="http://schemas.openxmlformats.org/officeDocument/2006/relationships/slide" Target="slide94.xml"/><Relationship Id="rId8" Type="http://schemas.openxmlformats.org/officeDocument/2006/relationships/slide" Target="slide95.xml"/><Relationship Id="rId9" Type="http://schemas.openxmlformats.org/officeDocument/2006/relationships/slide" Target="slide96.xml"/><Relationship Id="rId10" Type="http://schemas.openxmlformats.org/officeDocument/2006/relationships/slide" Target="slide97.xml"/><Relationship Id="rId11" Type="http://schemas.openxmlformats.org/officeDocument/2006/relationships/slide" Target="slide98.xml"/><Relationship Id="rId12" Type="http://schemas.openxmlformats.org/officeDocument/2006/relationships/slide" Target="slide9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notesSlide" Target="../notesSlides/notesSlide9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692640" y="457200"/>
            <a:ext cx="2011680" cy="20116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2286000"/>
            <a:ext cx="1097280" cy="109728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480560"/>
            <a:ext cx="1463040" cy="14630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457200"/>
            <a:ext cx="20116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8000" b="0">
                <a:solidFill>
                  <a:srgbClr val="1F2A44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80467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000" b="1">
                <a:solidFill>
                  <a:srgbClr val="FFFFFF"/>
                </a:solidFill>
                <a:latin typeface="Arial"/>
                <a:ea typeface="Microsoft YaHei"/>
              </a:rPr>
              <a:t>Self-introductions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289304" cy="50292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CEFR B1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9424" y="3657600"/>
            <a:ext cx="1527048" cy="5029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3 Lessons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2" y="3657600"/>
            <a:ext cx="1408176" cy="50292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同桌英语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Microsoft YaHei"/>
              </a:rPr>
              <a:t>L03 Introductions · L04 Self-introductions · L05 What do you do?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Team Challenge 小组积分赛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🏆 Game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Speak up, answer fast, role-play well — every point counts.  积极发言、快速答题、精彩演绎都能得分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🦅 Team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🐺 Team Bravo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🦁 Team Charlie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9164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0" y="1691640"/>
            <a:ext cx="2606040" cy="777240"/>
          </a:xfrm>
          <a:prstGeom prst="roundRect">
            <a:avLst>
              <a:gd name="adj" fmla="val 15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Microsoft YaHei"/>
              </a:rPr>
              <a:t>🐬 Team Delta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6974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800" b="0">
                <a:solidFill>
                  <a:srgbClr val="FFC857"/>
                </a:solidFill>
                <a:latin typeface="Arial"/>
                <a:ea typeface="Microsoft YaHei"/>
              </a:rPr>
              <a:t>☆ ☆ ☆ ☆ 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5F677A"/>
                </a:solidFill>
                <a:latin typeface="Arial"/>
                <a:ea typeface="Microsoft YaHei"/>
              </a:rPr>
              <a:t>Score: 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🎤 Speak in English  +1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⚡ Fastest correct answer  +1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🎭 Best role play  +2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846320"/>
            <a:ext cx="2606040" cy="77724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🎁 Lucky Box  ?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Unit Roadmap 单元路线图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🗺 Click a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548640" y="155448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5166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8191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Introductions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介绍与初次见面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4307738" y="155448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7466" y="185166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5018" y="158191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Self-introductions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自我介绍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8066836" y="1554480"/>
            <a:ext cx="357621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6564" y="1851660"/>
            <a:ext cx="868680" cy="640080"/>
          </a:xfrm>
          <a:prstGeom prst="roundRect">
            <a:avLst>
              <a:gd name="adj" fmla="val 3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4116" y="1581912"/>
            <a:ext cx="2387498" cy="1179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What do you do?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你的职业是什么?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Introductions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介绍与初次见面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FFC857"/>
                </a:solidFill>
                <a:latin typeface="Arial"/>
                <a:ea typeface="Microsoft YaHei"/>
              </a:rPr>
              <a:t>🎯 greet people, introduce yourself and other people, and make short small talk when you meet someone for the first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2212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838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838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Think about the last time you met someone new at work. Where were you? What did you say?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1764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502408"/>
            <a:ext cx="10408615" cy="533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02408"/>
            <a:ext cx="10180015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Do you feel nervous or relaxed when you meet new people in English? Why?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1317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145536"/>
            <a:ext cx="10408615" cy="838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45536"/>
            <a:ext cx="10180015" cy="838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When you meet a client, what do you usually do: shake hands, nod, or just say “hello”?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0870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093464"/>
            <a:ext cx="10408615" cy="533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093464"/>
            <a:ext cx="10180015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Who is the most interesting person you have met through work this year?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75183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736592"/>
            <a:ext cx="10408615" cy="533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736592"/>
            <a:ext cx="10180015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Which is easier for you: introducing yourself, or introducing another person?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回答时不用追求完美,先把意思说清楚。第 1 题讲的是过去的事,请用过去式(met, said, felt)。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Tell me about a time you met someone new at work or at an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1. where you were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753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2. who you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4642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3. what you said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5310" y="3017520"/>
            <a:ext cx="2411730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4. how you felt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Last month, I met…   💬 We were at…   💬 I said…   💬 I felt a bit nervous, but…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这是过去的经历,动词要用过去式:meet → met,say → said,feel → felt,go → went。录音后检查一遍动词。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1: Greeting and introducing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问候与介绍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How do you do?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(formal greeting)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你好(正式初次见面)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“How do you do? I’m Anna Lee from Finance.”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Nice / Pleased to meet you.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很高兴认识你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“Pleased to meet you, Mr Baker.”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9352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It’s a pleasure to meet you.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 (formal)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认识您是我的荣幸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“It’s a pleasure to meet you at last.”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700" b="1">
                <a:solidFill>
                  <a:srgbClr val="1F2A44"/>
                </a:solidFill>
                <a:latin typeface="Arial"/>
                <a:ea typeface="Microsoft YaHei"/>
              </a:rPr>
              <a:t>📚 Chunk 1: Greeting and introducing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问候与介绍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Let me introduce myself.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让我自我介绍一下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“Let me introduce myself. I’m Li Wei, the sales manager.”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I’d like you to meet…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我想介绍你认识…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“I’d like you to meet my colleague, Dan.”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Have you met…?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你见过…吗?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“Have you met our new designer, Kate?”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Names, titles and people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姓名、称呼与人物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colleague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同事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“This is my colleague, Sam. We work in the same team.”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client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客户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“Ms Green is an important client of ours.”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business card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名片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“Here is my business card.”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80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8060"/>
            <a:ext cx="91440" cy="6304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737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first name / surname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737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名 / 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737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“My surname is Li, and my first name is Wei.”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3164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3164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7736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Please call me…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27736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请叫我…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7736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“Please call me Tom. Everyone does.”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3: Responding and small talk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回应与寒暄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Likewise.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adverb (short reply)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彼此彼此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“Nice to meet you.” — “Likewise.”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How was your flight / trip?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旅途怎么样?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“Welcome! How was your flight?”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9352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Is this your first visit to…?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这是您第一次来…吗?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“Is this your first visit to Shanghai?”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76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37660"/>
            <a:ext cx="91440" cy="6304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33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Let’s keep in touch.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833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保持联系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833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 was great talking to you. Let’s keep in touch.”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这是您第一次来…吗?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Is this your first visit to…?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客户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保持联系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Let’s keep in touch.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名片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business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名 / 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first name / surname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请叫我…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Please call me…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旅途怎么样?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How was your flight / trip?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你好(正式初次见面)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How do you do?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1353312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introduce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Likewise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987552"/>
            <a:ext cx="1353312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colleague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pleasure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2" y="987552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67344" y="987552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touch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“Nice to meet you.” — “_______.”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Likewise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Let me _______ myself. I’m Anna from the Sales team.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introduce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It’s a _______ to meet you, Mr Baker.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pleasure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This is Sam, my _______. He works in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colleague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Please _______ me Tom. Everyone does.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Here is my business card. Let’s keep in _______.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touch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⚠️ 拼写): colleague (not “colleage”), introduce (not “intoduce”), business (not “bussiness”).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1F2A44"/>
                </a:solidFill>
                <a:latin typeface="Arial"/>
                <a:ea typeface="Microsoft YaHei"/>
              </a:rPr>
              <a:t>🎭 Role Play · Welcoming a client at reception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前台接待客户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Tom Baker is visiting your office for the first time. You meet at reception.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Mia Chen, Sales Manager (host)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Tom Baker, visiting client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1">
                <a:solidFill>
                  <a:srgbClr val="1F2A44"/>
                </a:solidFill>
                <a:latin typeface="Arial"/>
                <a:ea typeface="Microsoft YaHei"/>
              </a:rPr>
              <a:t>🎭 Model Dialogue · Welcoming a client at reception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Mia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 morning. You must be Mr Baker. How do you do? I’m Mia 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Tom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do, Ms Chen? Please call me Tom.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Thanks, Tom. Please call me Mia. Welcome to Shanghai!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07238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51129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07238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It’s a pleasure to meet you at last. We’ve only spoken by email.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Likewise. How was your flight?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5262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5262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Long, but fine, thanks.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Welcoming a client at reception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Is this your first visit to Shanghai?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it is. I’m looking forward to seeing the 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Good. Here is my business card.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07238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51129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07238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And here’s mine. Let’s keep in touch during my stay.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455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09346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65455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Now, I’d like you to meet my team.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1F2A44"/>
                </a:solidFill>
                <a:latin typeface="Arial"/>
                <a:ea typeface="Microsoft YaHei"/>
              </a:rPr>
              <a:t>🎯 Your Turn · Welcoming a client at reception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visitor arrives at your office for the first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Host. Your name and job: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Visitor. Name and company: 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(3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How do you do? · Please call me… · How was your…? · Likewise. · business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5221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25221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Greet, exchange names, make 2 lines of small talk, exchange cards.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3380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73380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0682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You forget the visitor’s name. Ask politely: “I’m sorry, could you tell me your name again?”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visitor is 30 minutes late. Stay friendly and use small talk to make them comfortable.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Add one follow-up question to each answer. Example: “Long flight? Did you manage to sleep?”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Role Play · Introducing a colleague at a conference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会议上介绍同事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At a coffee break, you see a client, Karen. You want to introduce your new colleague, Dan.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3515258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1915058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Li Wei (you)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3200400"/>
            <a:ext cx="3515258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1258" y="3291840"/>
            <a:ext cx="1915058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Karen Ortiz (client)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3200400"/>
            <a:ext cx="3515258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6396" y="3429000"/>
            <a:ext cx="1097280" cy="109728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0836" y="3291840"/>
            <a:ext cx="1915058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CC49A"/>
                </a:solidFill>
                <a:latin typeface="Arial"/>
                <a:ea typeface="Microsoft YaHei"/>
              </a:rPr>
              <a:t>Role 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Dan Reed (new colleague)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Introducing a colleague at a conference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Li Wei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Karen, hello! Nice to see you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Karen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Hi, Li Wei! Nice to see you too.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Karen, have you met my colleague, Dan Reed? He joined our team last month.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Dan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Hello, Karen. Pleased to meet you.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11535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3295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Pleased to meet you, Dan. Are you based in Shanghai too?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Introducing a colleague at a conference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Yes, I’m in the Shanghai office. Li Wei and I work in the same department.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Dan, Karen is our main contact at Orion Foods.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1535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3295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Happy to help, Dan. Here’s my business card.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Here’s mine. Let’s keep in touch.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11535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3295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Is this your first conference here?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🎯 Your Turn · Introducing a colleague at a conference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 introduce a colleague to a client at an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The person who introduces. Colleague’s name and job: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Partners (B, 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Client and colleague. Client’s company: 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(3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Have you met…? · I’d like you to meet… · Pleased to meet you · Let’s keep in touch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Introduce both people, give one fact about each, start a short conversation.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Use a more formal style: “Karen, may I introduce my colleague, Dan Reed?”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Add one reason why they should talk: “You both work with Asian suppliers.”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Introduce someone senior (your director). Say the senior person’s name first.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975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929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usually start a conversation with someone new at a meeting or event?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usually start by…” / “First, I say… Then I ask…”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2128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5755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6212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is different when you meet a client and when you meet a new colleague?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“With a client, I am more… because…” / “With a colleague, I can…”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9852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3528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3985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Do people use first names in your company? Is this good or bad?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“In my company, people call each other…” / “I think this is good because…”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7576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1300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57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Which small-talk topics are good, and which should you avoid?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“Good topics are… / I try to avoid… because it can be…”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5300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9072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9530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remember people’s names?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“One way is to…” / “When I forget a name, I…”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Good small-talk topics are travel, the weather, food and the city. These topics are easy and safe. I try to avoid topics like salary, age, or politics because they can feel too personal. If I don’t know what to say, I ask a simple question, for example, ‘How was your trip?’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句型 “I try to avoid… because…” 可以反复使用。注意 avoid 后面接名词或动名词:avoid talking about salary。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Formal vs informal introductions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正式与非正式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694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Situation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Formal (client, senior)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Informal (colleague, peer)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Greeting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How do you do? / Good morning.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Hi! / Hello!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Introducing yourself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Let me introduce myself. I’m…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Hi, I’m…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Introducing someone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May I introduce…? / I’d like you to meet…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This is… / Have you met…?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Replying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It’s a pleasure to meet you.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Nice to meet you. / Likewise.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Leaving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It was a pleasure meeting you.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Nice meeting you. See you!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Useful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Meet vs see: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Use Nice to meet you the first time. Use Nice to see you again the second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5071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071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5071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Introduce someone TO someone: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“Let me introduce you to my colleague.” (not “introduce you my colleague”)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198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198"/>
            <a:ext cx="91440" cy="44195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43198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Order: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Say the more senior person’s name first. “Ms Green, this is Dan Reed, our new analyst.”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7659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76597"/>
            <a:ext cx="91440" cy="44195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7659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“How do you do?” is not a real question. Reply with the same phrase: “How do you do?”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Polite intonation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礼貌语调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Greetings: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start high and fall, with a smile. “Nice to meet you.” (falling = warm and polite)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Yes/no questions rise: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“Is this your first visit? ↗”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4118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84118"/>
            <a:ext cx="91440" cy="44195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84118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Wh- questions fall: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“How was your flight? ↘”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1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17517"/>
            <a:ext cx="91440" cy="44195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1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Say your name slowly and clearly. Stress your first name. “I’m Mia Chen.”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语调平平会显得冷淡。一般疑问句用升调,特殊疑问句(how, what, where)用降调。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am pleasure to meet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85343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It’s a pleasure to meet you. / I’m pleased to meet you.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pleasure 是名词,pleased 是形容词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0791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Let me introduce you my colleague.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40791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Let me introduce you to my colleague.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introduce … to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5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Yesterday I meet a new client.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10895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Yesterday I met a new client.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过去式 meet → met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0999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Dan work in my team.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80999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Dan works in my team.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第三人称单数加 -s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He is manager of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He is the sales manager.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职位前要加冠词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It make me nervous to meet new people.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It makes me nervous to meet new people.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it + 动词加 -s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Nice to meet you! (second meeting)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Nice to see you again!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第二次见面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my colleage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my colleague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拼写:colleague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44"/>
                </a:solidFill>
                <a:latin typeface="Arial"/>
                <a:ea typeface="Microsoft YaHei"/>
              </a:rPr>
              <a:t>⚠️ Say the past tense of three verbs out loud: meet → met, say → said, go → went. Check every “he / she / it” verb for -s.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Handshake: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Short, firm, with eye contact and a smile. A soft handshake can seem uninterested.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Names: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In English the first name usually comes first. Explain your name: “My surname is Li. Please call me Wei.”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19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19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19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Titles: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Say “Ms Wang” or “Mr Li”, not “Manager Wang” or “Teacher Li”. If you are not sure, use Mr / Ms + surname until they say “Please call me…”.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35677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35677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35677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Business cards: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In China, two hands show respect. In the UK and the US it is usually casual. Look at the card for a moment, then put it away carefully.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28156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28156"/>
            <a:ext cx="91440" cy="70103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28156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9B6BE0"/>
                </a:solidFill>
                <a:latin typeface="Arial"/>
                <a:ea typeface="Microsoft YaHei"/>
              </a:rPr>
              <a:t>Small talk: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Safe topics are travel, the city, food, and the event. Avoid age, salary, marriage, and weight.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03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29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greet a client formally and informally.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06168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06168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106168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introduce myself with my name, and ask people to call me by my first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106168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6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08376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introduce one person to another with Have you met…? or I’d like you to meet…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008376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10584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0584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10584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make 2–3 lines of small talk (trip, city, event) and end with Let’s keep in touch.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3910584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2792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12792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12792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say the past tense (met), the third-person -s (works) and the spelling of colleague correctly.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12792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03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15 expressions aloud. Cover the English and say it from the Chinese.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794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83794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model dialogue (read with the same rhythm and intonation).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000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5–8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35000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Role play with the blank role card. Record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62072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862072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 to the recording. Check: tense? -s? articles? Write 3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1-minute speaking prompt again, record and compare with Monday.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31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Self-introductions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自我介绍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FFC857"/>
                </a:solidFill>
                <a:latin typeface="Arial"/>
                <a:ea typeface="Microsoft YaHei"/>
              </a:rPr>
              <a:t>🎯 give a clear 30–60 second introduction about who you are, your background, your strengths, and your interests.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5260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899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89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You have 30 seconds to introduce yourself to a new team. Which three things do you say?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9384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563368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63368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What is one thing about your background that people find interesting?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6745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236976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236976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What do you enjoy doing outside work? Can it help you at work?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910584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910584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When did you last introduce yourself in English? How did it go?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1467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584192"/>
            <a:ext cx="10408615" cy="563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584192"/>
            <a:ext cx="10180015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1F2A44"/>
                </a:solidFill>
                <a:latin typeface="Arial"/>
                <a:ea typeface="Microsoft YaHei"/>
              </a:rPr>
              <a:t>What is one strength you want other people to notice about you?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4 题讲过去的事,用过去式(introduced, went)。第 5 题用现在时:“I am good at…”。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Introduce yourself to a new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1.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2. where you are from / 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3. work or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4. one strength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5. free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Let me tell you a bit about myself.   💬 I’m originally from…   💬 I’m good at…   💬 In my free time, I…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一分钟约 100–120 个词。结构:我是谁 → 来自哪里 → 做什么 → 一个优点 → 业余爱好。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100" b="1">
                <a:solidFill>
                  <a:srgbClr val="1F2A44"/>
                </a:solidFill>
                <a:latin typeface="Arial"/>
                <a:ea typeface="Microsoft YaHei"/>
              </a:rPr>
              <a:t>📚 Chunk 1: Starting your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开场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9352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Let me tell you a bit about myself.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我来简单介绍一下自己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“Let me tell you a bit about myself. I’m Wang Lin, the new coordinator.”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57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57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714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I’m originally from…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714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我老家是…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714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originally from Chengdu.”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I’m based in…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我目前常驻…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based in Shenzhen, but I travel a lot.”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Background and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背景与经历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background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背景,经历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“My background is in sales and customer service.”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graduate (from)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verb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毕业(于)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graduated from Fudan University in 2019.”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experience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 (uncountable)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经验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have three years of experience in marketing.”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80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8060"/>
            <a:ext cx="91440" cy="9352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737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I’ve been working in… for…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737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我在…工作了…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737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“I’ve been working in logistics for four years.”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3644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36440"/>
            <a:ext cx="91440" cy="6304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8216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Before that, I…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58216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在那之前,我…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58216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“Before that, I worked for a small start-up.”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3: Skills and strengths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技能与优势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skill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技能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“Communication is an important skill in my job.”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strength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优点,强项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“My biggest strength is staying calm under pressure.”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 good at + -ing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擅长…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good at explaining ideas simply.”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4: Personal side and closing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个人兴趣与结尾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In my free time, I…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业余时间,我…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“In my free time, I play badminton with colleagues.”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 interested in + -ing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对…感兴趣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interested in learning about data.”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enjoy + -ing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verb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喜欢…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enjoy meeting people from other countries.”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80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8060"/>
            <a:ext cx="91440" cy="9352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737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I’m looking forward to + -ing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737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我期待…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737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looking forward to working with you all.”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业余时间,我…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In my free time, I…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我老家是…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I’m originally from…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背景,经历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优点,强项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strength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擅长…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be good at + -ing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我期待…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I’m looking forward to + -ing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在那之前,我…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Before that, I…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我在…工作了…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I’ve been working in… for…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39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background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987552"/>
            <a:ext cx="1353312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graduated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987552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strength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6" y="98755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interested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987552"/>
            <a:ext cx="1133856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forward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I’m _______ in Shenzhen, but I’m originally from Chengdu.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based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I _______ from Sichuan University in 2019.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graduated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My _______ is in finance. I worked in a bank for five years.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background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My biggest _______ is working well with different teams.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strength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I’m _______ in learning more about AI tools.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interested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I’m looking _______ to working with you.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forward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Arial"/>
                <a:ea typeface="Microsoft YaHei"/>
              </a:rPr>
              <a:t>⚠️ 拼写与时态): experience (not “experence”), graduate (not “gradute”), graduated (past tense, because it is finished).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100" b="1">
                <a:solidFill>
                  <a:srgbClr val="1F2A44"/>
                </a:solidFill>
                <a:latin typeface="Arial"/>
                <a:ea typeface="Microsoft YaHei"/>
              </a:rPr>
              <a:t>🎭 Role Play · First day in a new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新团队第一天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It is your first day. The team leader asks you to introduce yourself at the team meeting.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Chris Hall, Team Leader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Wang Lin, new Project Coordinator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🎭 Model Dialogue · First day in a new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Chris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Welcome to the team, Lin! Could you tell us a bit about yourself?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Lin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Sure. Thank you, Chris. Let me tell you a bit about myself. I’m Wang Lin, and I’m originally from Chengdu.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Nice. And where are you based now?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I’m based in Shenzhen. I graduated from Sichuan University in 2019 with a degree in business.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did you do after that?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81584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25475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81584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worked for a logistics company for four years. Before that, I did an internship at a travel agency.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300" b="1">
                <a:solidFill>
                  <a:srgbClr val="1F2A44"/>
                </a:solidFill>
                <a:latin typeface="Arial"/>
                <a:ea typeface="Microsoft YaHei"/>
              </a:rPr>
              <a:t>🎭 Model Dialogue · First day in a new team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are you good at?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I’m good at planning, and I’m good at working with different teams. My strength is staying calm when plans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Great. What do you do in your free time?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In my free time, I enjoy hiking, and I’m interested in photography.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Sounds fun!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5262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5262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Thanks. I’m looking forward to working with you all.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100" b="1">
                <a:solidFill>
                  <a:srgbClr val="1F2A44"/>
                </a:solidFill>
                <a:latin typeface="Arial"/>
                <a:ea typeface="Microsoft YaHei"/>
              </a:rPr>
              <a:t>🎯 Your Turn · First day in a new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First team meeting in a new job.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New team member. Your real job or the job you want: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Team leader. Asks follow-up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originally from · based in · graduated from · Before that · good at · In my free time · looking forward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clear introduction of 6–8 sentences, about 45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Make it 30 seconds. Keep only the three most useful 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Add one short example for your strength: “For example, last year I…”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team leader asks a surprise question: “Why did you change jobs?” Answer in two sentences.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Role Play · Job interview — “Tell me about yourself”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面试开场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An interviewer starts with “Tell me about yourself.” You have about one minute.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Ms Green, Interviewer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Daniel Zhou, Candidate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Job interview — “Tell me about yourself”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Ms Green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Thanks for coming, Daniel. Let’s start with a simple question. Could you tell me about yourself?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Daniel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Of course. I’m Daniel Zhou. I’m based in Hangzhou, but I’m originally from Nanjing.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And what is your background?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1069847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graduated in 2018 with a degree in marketing. I’ve been working in e-commerce for six years, and I have experience in social media and customer service.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Job interview — “Tell me about yourself”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would you say is your biggest strength?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think my strength is communication. I’m good at explaining ideas simply. For example, last year I trained five new colleagues.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And before your current company?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Before that, I worked for a small start-up. I learned a lot about working fast.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Job interview — “Tell me about yourself”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do you do in your free time?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In my free time, I enjoy running. I’m also interested in learning Spanish.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77977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That was a clear introduction.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36194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80085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36194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Thank you. I’m looking forward to hearing more about the role.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🎯 Your Turn · Job interview — “Tell me about yourself”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job interview for a role you would 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Candidate. The job you apply for: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Interviewer. Asks: “Tell me about yourself.”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background · experience · I’ve been working in… for… · strength · be good at · looking forward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Link your background to the job. Give one example.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Use the structure Present → Past → Future: what you do now, what you did before, what you want next.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interviewer interrupts: “Sorry, could you say that again more slowly?” Repeat it with simpler words.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Do it as a video call. Start with “Can you hear me OK?” and look at the camera.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49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long should a business self-introduction be? Why?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think 30 to 60 seconds is… because…” / “If it is too long, people may…”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should you include? What should you leave out?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always include… / I usually leave out… because it is not…”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632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Is it OK to talk about hobbies in a work introduction?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“Yes, it is OK because…” / “A hobby can show that I am…”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404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feel about talking about your own strengths?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feel a bit… when I talk about myself, because…” / “To sound confident, I try to…”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1772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is an interview introduction different from a team-meeting introduction?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“In an interview, I focus on… In a team meeting, I focus on…”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I feel a bit shy when I talk about my strengths, because in my culture we usually try to be modest. But in English business situations, people want clear information. So I use facts and examples. For example, I don’t say ‘I am very good.’ I say, ‘I’m good at planning. Last year I managed three projects on time.’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Arial"/>
                <a:ea typeface="Microsoft YaHei"/>
              </a:rPr>
              <a:t>💡 谦虚是美德,但在英语职场里,“事实 + 例子”比”自谦”更有说服力。注意:focus on(不是 fouces),I focus / she focuses。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Which tense?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用哪个时态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609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Use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Tense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Example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Job now, facts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Present simple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 work in marketing.” / “She works in sales.”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Finished past event with a date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Past simple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 graduated in 2019.” / “I moved to Shenzhen in 2022.”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8961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Started in the past, continues 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Present perfect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“I’ve worked here for three years.” / “I’ve been working here since 2023.”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Which tense?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用哪个时态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for + a period of time: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for four years. since + a starting point: since 2020. ago = past simple: I joined two years ago.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Use -ing after good at, interested in, enjoy, looking forward to: “I’m good at explaining.”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A simple 60-second structure 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秒结构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Who: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name, where from / based.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Now: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job and company, main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4118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84118"/>
            <a:ext cx="91440" cy="44195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84118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Before: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one or two steps in your background.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17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17517"/>
            <a:ext cx="91440" cy="44195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17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FFC857"/>
                </a:solidFill>
                <a:latin typeface="Arial"/>
                <a:ea typeface="Microsoft YaHei"/>
              </a:rPr>
              <a:t>Strength: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one strength + one example.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50916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50916"/>
            <a:ext cx="91440" cy="44195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50916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9B6BE0"/>
                </a:solidFill>
                <a:latin typeface="Arial"/>
                <a:ea typeface="Microsoft YaHei"/>
              </a:rPr>
              <a:t>Personal: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one hobby. Close: “I’m looking forward to working with you.”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am graduated from Fudan University.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graduated from Fudan University.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graduate 不用被动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have worked there in 2018.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worked there in 2018.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有具体时间 → 过去式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work here since 2020.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have worked here since 2020.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since → 现在完成时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good at speak English.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good at speaking English.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介词后用 -ing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am interest in sales.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am interested in sales.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形容词 interested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have a lot of experiences.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have a lot of experience.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experience 不可数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Yesterday I eat lunch with my new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Yesterday I ate lunch with my new team.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过去式 eat → 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My job focus on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My job focuses on customers.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第三人称单数 -s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It make me proud.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It makes me proud.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it + 动词加 -s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fouces / experence / gradute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focus / experience / graduate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拼写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Before you say a sentence about the past, find the time word (yesterday, last year, in 2019, ago). If you see one, use the past simple.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Shorter is better. English business introductions are usually 30–60 seconds. Don’t tell your whole life 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70103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Leave out age, marital status, salary, and family details. They are private in most Western workplaces.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0227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0227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227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Show, don’t boast. Say “I’m good at X. For example, I…” Don’t say “I’m excellent” without proof. Don’t say “My English is poor” either. Say “I’m improving my English every day.”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Eye contact and smile. Look at the group, not at your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Hobbies make you human and easy to talk to. One hobby is enough.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411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8411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8411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Intonation: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In a list, go up, up, down: “I enjoy hiking ↗, photography ↗ and cooking ↘.” Finish statements with a falling tone.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04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start an introduction with Let me tell you a bit about myself.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10968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0968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10968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say where I am from and where I am based.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410968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6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08376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describe my background with the right tenses (graduated, worked, have been working).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008376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10584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0584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10584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name one strength with an example, using be good at + -ing.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3910584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2792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12792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12792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finish with a hobby and I’m looking forward to working with you.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12792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04 Self-introductions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59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Say the 15 expressions. Make one true sentence about yourself with 3 of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794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83794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Read the model introduction aloud twice. Copy the pauses.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000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4–8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35000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Say your own 45-second introduction. Record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62072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862072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Listen. Check tenses (graduated / have worked), -s, articles, and spelling. Fix 3 mistakes and record again.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60-second version · Wed–Thu 30-second version · Fri interview version · Weekend: compare your Monday and Friday recordings.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60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85800"/>
            <a:ext cx="1097280" cy="91440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FFC857"/>
                </a:solidFill>
                <a:latin typeface="Arial"/>
                <a:ea typeface="Microsoft YaHei"/>
              </a:rPr>
              <a:t>LESSON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Microsoft YaHei"/>
              </a:rPr>
              <a:t>What do you 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Arial"/>
                <a:ea typeface="Microsoft YaHei"/>
              </a:rPr>
              <a:t>你的职业是什么?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FFC857"/>
                </a:solidFill>
                <a:latin typeface="Arial"/>
                <a:ea typeface="Microsoft YaHei"/>
              </a:rPr>
              <a:t>🎯 ask about and describe jobs, companies, departments and responsibilities, and keep a short work-related small talk going.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🔥 01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Warm up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热身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📚 02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Vocabulary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词汇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🎭 03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Role play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角色扮演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💬 04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Discussion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讨论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1744" y="4389120"/>
            <a:ext cx="1956816" cy="11430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💡 05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Microsoft YaHei"/>
              </a:rPr>
              <a:t>Language Tips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语言贴士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🔥 Warm up · Ice-breaker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Answer in 2–3 sentences. Say it out loud!  用 2–3 句话回答，大声说出来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77340"/>
            <a:ext cx="502920" cy="5029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54480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What do you do? Answer in one sentence, as if you meet someone at a party.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35708"/>
            <a:ext cx="502920" cy="50292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12848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212848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Which part of your job do you like most? Which part do you like least?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894076"/>
            <a:ext cx="502920" cy="5029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71216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871216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What job did you want when you were a child? Is it similar to your job now?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712464"/>
            <a:ext cx="502920" cy="50292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529584"/>
            <a:ext cx="10408615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529584"/>
            <a:ext cx="1018001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Is it easy for you to explain your job in English? Which words are difficult?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530852"/>
            <a:ext cx="502920" cy="50292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507992"/>
            <a:ext cx="104086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507992"/>
            <a:ext cx="101800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100" b="0">
                <a:solidFill>
                  <a:srgbClr val="1F2A44"/>
                </a:solidFill>
                <a:latin typeface="Arial"/>
                <a:ea typeface="Microsoft YaHei"/>
              </a:rPr>
              <a:t>What is the most interesting job you know about? Why?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第 1 题用一般现在时:“I work in…” / “I’m a…”。第 3 题讲过去的愿望:“I wanted to be…”。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⏱ 1-Minute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01 Warm up 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Oval 7"/>
          <p:cNvSpPr/>
          <p:nvPr/>
        </p:nvSpPr>
        <p:spPr>
          <a:xfrm>
            <a:off x="9814255" y="1463040"/>
            <a:ext cx="1737360" cy="17373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</a:rPr>
              <a:t>⏱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Arial"/>
                <a:ea typeface="Microsoft YaHe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TOPIC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Arial"/>
                <a:ea typeface="Microsoft YaHei"/>
              </a:rPr>
              <a:t>Explain your job to a friend who knows nothing about your industry.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1. your job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2. your company and department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3. three things you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4. who you work with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05088" y="3017520"/>
            <a:ext cx="1901952" cy="86868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5. what you like about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Useful starters 开头句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💬 I’m a… at…   💬 I’m responsible for…   💬 I deal with…   💬 I report to…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  <a:latin typeface="Arial"/>
                <a:ea typeface="Microsoft YaHei"/>
              </a:rPr>
              <a:t>💡 向外行解释工作时,用简单词。不要用缩写和行业术语。3 件日常工作用 3 个动词:manage, write, talk to…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1: Asking about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询问工作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What do you do?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你是做什么工作的?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“Nice to meet you. So, what do you do?”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9352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What line of work are you in?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你从事哪一行?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“What line of work are you in?” — “I’m in finance.”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92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92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50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Who do you work for?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750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你在哪家公司工作?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750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“Who do you work for?” — “I work for a software company.”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328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32860"/>
            <a:ext cx="91440" cy="9352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785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How long have you been with the company?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785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你在公司多久了?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785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“How long have you been with the company?” — “About five years.”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📚 Chunk 2: Giving job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介绍职位与职责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job title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职位名称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“My job title is Sales Assistant.”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department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部门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in the Finance department.”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 work for / at / in…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我在…工作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work for Huawei, at the Shenzhen office, in HR.”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806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8060"/>
            <a:ext cx="91440" cy="6304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7378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 responsible for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7378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负责…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7378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“I’m responsible for customer orders.”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📚 Chunk 2: Giving job information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介绍职位与职责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be in charge of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主管,负责…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“She’s in charge of the project budget.”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deal with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phrasal verb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处理,与…打交道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deal with customer complaints every day.”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report to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phrasal verb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向…汇报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report to the Marketing Director.”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1F2A44"/>
                </a:solidFill>
                <a:latin typeface="Arial"/>
                <a:ea typeface="Microsoft YaHei"/>
              </a:rPr>
              <a:t>📚 Chunk 3: Describing the job and small talk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描述工作与寒暄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6304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industry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noun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行业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“We’re in the logistics industry.”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090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20900"/>
            <a:ext cx="91440" cy="6304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6662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full-time / part-time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adjective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6662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全职 / 兼职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6662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 work full-time, but my colleague works part-time.”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4480"/>
            <a:ext cx="11094415" cy="63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24480"/>
            <a:ext cx="91440" cy="6304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70200"/>
            <a:ext cx="342900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It keeps me busy.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870200"/>
            <a:ext cx="237744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工作让我很忙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0200"/>
            <a:ext cx="4846320" cy="5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“It keeps me busy, but I enjoy it.”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8060"/>
            <a:ext cx="11094415" cy="9352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8060"/>
            <a:ext cx="91440" cy="9352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73780"/>
            <a:ext cx="342900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That sounds interesting!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F677A"/>
                </a:solidFill>
                <a:latin typeface="Arial"/>
                <a:ea typeface="Microsoft YaHe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73780"/>
            <a:ext cx="237744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F6B5B"/>
                </a:solidFill>
                <a:latin typeface="Arial"/>
                <a:ea typeface="Microsoft YaHei"/>
              </a:rPr>
              <a:t>听起来很有意思!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73780"/>
            <a:ext cx="4846320" cy="871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 i="1">
                <a:solidFill>
                  <a:srgbClr val="1F2A44"/>
                </a:solidFill>
                <a:latin typeface="Arial"/>
                <a:ea typeface="Microsoft YaHei"/>
              </a:rPr>
              <a:t>“You work in robotics? That sounds interesting!”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⚡ Speed Round: Say it in English!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Read the Chinese, shout the English expression! Click to reveal.  看中文，抢答英文表达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全职 / 兼职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full-time / part-time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963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主管,负责…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123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be in charge 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6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6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你在公司多久了?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6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How long have you been with the company?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09" y="155448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049" y="169164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你是做什么工作的?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769" y="265176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What do you do?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工作让我很忙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It keeps me busy.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7963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3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部门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department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6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6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你在哪家公司工作?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6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Who do you work for?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609" y="3886200"/>
            <a:ext cx="2636443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049" y="4023360"/>
            <a:ext cx="2453563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负责…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69" y="4983480"/>
            <a:ext cx="2362123" cy="91440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be responsible for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✏️ Mini Quiz: Fill in the Blanks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02 Vocabulary 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Word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987552"/>
            <a:ext cx="585216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8336" y="987552"/>
            <a:ext cx="694944" cy="41148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987552"/>
            <a:ext cx="1572767" cy="41148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responsible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7" y="987552"/>
            <a:ext cx="1024128" cy="41148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charge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5" y="987552"/>
            <a:ext cx="1024128" cy="411480"/>
          </a:xfrm>
          <a:prstGeom prst="roundRect">
            <a:avLst>
              <a:gd name="adj" fmla="val 50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3" y="987552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industry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002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1.  What do you _______? — I’m a project 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735" y="16550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7838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7838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2.  I work _______ a bank in Shanghai.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2735" y="233324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5656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5656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3.  I’m _______ for the monthly sales report.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2735" y="301142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responsible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3474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3474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4.  She is in _______ of the IT team.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2735" y="368960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charge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1292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1292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5.  I _______ to the General Manager.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2735" y="436778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91100"/>
            <a:ext cx="11094415" cy="6050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91100"/>
            <a:ext cx="8076895" cy="605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6.  What line of work are you in? — I’m in the food _______.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2735" y="5045964"/>
            <a:ext cx="2468880" cy="495300"/>
          </a:xfrm>
          <a:prstGeom prst="roundRect">
            <a:avLst>
              <a:gd name="adj" fmla="val 5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industry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拼写与 -s): responsible (not “responsable”), department (not “departement”), manager (one g). She manages, he deals with, it keeps me busy.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🎭 Role Play · Networking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69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行业交流活动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You meet a stranger at a business networking evening. You talk about your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Maria Lopez, Marketing Manager at a travel company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Jack Wu, Accountant at a medical equipment company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🎭 Model Dialogue · Networking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Maria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Hi, I’m Maria. Nice to meet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190804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346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Jack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190804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Nice to meet you, Maria. I’m Jack.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021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91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249021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So, Jack, what do you do?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07238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351129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07238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I’m an accountant. I work for a medical equipment company in Suzhou. And you?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411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830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394411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work in marketing at a travel company. I’m responsible for social media and online ads.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11535" y="481584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525475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295" y="4815840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That sounds interesting! How long have you been with the company?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700" b="1">
                <a:solidFill>
                  <a:srgbClr val="1F2A44"/>
                </a:solidFill>
                <a:latin typeface="Arial"/>
                <a:ea typeface="Microsoft YaHei"/>
              </a:rPr>
              <a:t>🎭 Model Dialogue · Networking event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For three years. I report to the Marketing Director. What about you? Do you work in a big team?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I’m in the Finance department. There are six of us. I deal with budgets and monthly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like your job?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It keeps me busy, especially at month-end, but I enjoy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3367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Let’s keep in touch. Here’s my card.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🎯 Your Turn · Networking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Networking event. You do not know the other person.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Yourself, with your real job. Job title: ______________ Company: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 person from a different industry.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65227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6522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What do you do? · I work for/in/at… · responsible for · deal with · report to · That sounds interesting!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605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49605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Ask and answer about job, company and team. Keep talking for 2 minutes.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97764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5066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Your partner’s job is very technical. Ask: “Sorry, could you explain that in simple words?”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Give a one-sentence summary at the end: “So, you help hospitals buy equipment, right?”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934712"/>
            <a:ext cx="3576218" cy="128320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Change to a formal event: use “May I ask what line of work you are in?”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🎭 Role Play · Video call with a new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与新客户视频会议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F677A"/>
                </a:solidFill>
                <a:latin typeface="Arial"/>
                <a:ea typeface="Microsoft YaHei"/>
              </a:rPr>
              <a:t>📍 Situation 情景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1F2A44"/>
                </a:solidFill>
                <a:latin typeface="Arial"/>
                <a:ea typeface="Microsoft YaHei"/>
              </a:rPr>
              <a:t>On a first video call, a new client asks about your role and who to contact.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429000"/>
            <a:ext cx="1097280" cy="109728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6B5B"/>
                </a:solidFill>
                <a:latin typeface="Arial"/>
                <a:ea typeface="Microsoft YaHei"/>
              </a:rPr>
              <a:t>Role 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Mr Evans, new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00400"/>
            <a:ext cx="5410047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1607" y="3429000"/>
            <a:ext cx="1097280" cy="109728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Microsoft YaHe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291840"/>
            <a:ext cx="3809847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4A90E2"/>
                </a:solidFill>
                <a:latin typeface="Arial"/>
                <a:ea typeface="Microsoft YaHei"/>
              </a:rPr>
              <a:t>Role 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Zoe Zhang, Project Coordinator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500" b="1">
                <a:solidFill>
                  <a:srgbClr val="1F2A44"/>
                </a:solidFill>
                <a:latin typeface="Arial"/>
                <a:ea typeface="Microsoft YaHei"/>
              </a:rPr>
              <a:t>🎭 Model Dialogue · Video call with a new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Mr Evans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Hi Zoe, thanks for joining. Before we start, what exactly is your job title?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11535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Zoe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295" y="2197608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I’m the project coordinator. I’m in charge of the schedule, and I deal with all client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933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082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69336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Do you work full-time on our project?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3295" y="3651504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No. I work full-time for the company, but I work on three projects. Yours is my main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323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214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3232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Who do you report to?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1F2A44"/>
                </a:solidFill>
                <a:latin typeface="Arial"/>
                <a:ea typeface="Microsoft YaHei"/>
              </a:rPr>
              <a:t>🎭 Model Dialogue · Video call with a new client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Part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11535" y="13258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17647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295" y="1325880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 report to Mr Lin, our operations director. He is responsible for the whole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7608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3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197608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And what line of work is your company in?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1535" y="2779776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3218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3295" y="2779776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We’re in the logistics industry. We help companies move products across Asia.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1504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090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651504"/>
            <a:ext cx="8595360" cy="4907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Great. If I have a problem with a delivery, who should I contact?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11535" y="4233672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467258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F677A"/>
                </a:solidFill>
                <a:latin typeface="Arial"/>
                <a:ea typeface="Microsoft YaHei"/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3295" y="4233672"/>
            <a:ext cx="8595360" cy="7802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Please contact me first. I’ll solve it or ask the right person in my team.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800" b="1">
                <a:solidFill>
                  <a:srgbClr val="1F2A44"/>
                </a:solidFill>
                <a:latin typeface="Arial"/>
                <a:ea typeface="Microsoft YaHei"/>
              </a:rPr>
              <a:t>🎯 Your Turn · Video call with a new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03 Role play 角色扮演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2588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First video call with a new client or new colleague.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07464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Your role 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07464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Yourself, or a coordinator. Job title: ______________ Department: 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9048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Partner’s role 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289048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Client. Asks about role, boss, company, and contact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Must use (4 or more)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70632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job title · in charge of · responsible for · report to · industry · full-time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52216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252216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Make your role and responsibilities clear in under 90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33800"/>
            <a:ext cx="2377440" cy="408432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</a:rPr>
              <a:t>My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733800"/>
            <a:ext cx="8625535" cy="4084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44"/>
                </a:solidFill>
                <a:latin typeface="Arial"/>
                <a:ea typeface="Microsoft YaHei"/>
              </a:rPr>
              <a:t>____________________________________________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0682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6B5B"/>
                </a:solidFill>
                <a:latin typeface="Arial"/>
                <a:ea typeface="Microsoft YaHei"/>
              </a:rPr>
              <a:t>🔥 Level-up challenges 进阶挑战 (click)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client asks: “What is the difference between your job and your manager’s?” Explain it in 2–3 sentences.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Add numbers: “I deal with about 20 requests a week. My team has eight people.”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690872"/>
            <a:ext cx="3576218" cy="1527048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The connection is bad. Say: “Sorry, you’re breaking up. Could you repeat that, please?”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💬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Prepare 2–3 sentences. Use the starters!  每题准备 2–3 句话，用上句型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50876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What do you like and dislike about your job?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“What I like most is… because…” / “What I don’t like is… but…”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28600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Which jobs are popular in your country now? Why?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“Many young people want to be… because…” / “The salary is… and the work is…”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06324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10896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do you explain your job to someone who does not understand it?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“I usually say…” / “I compare it to…” / “In simple words, I…”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4048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8620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Is a full-time or part-time (flexible) job better for you? Why?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“For me, a… job is better because…” / “On the one hand… On the other hand…”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617720"/>
            <a:ext cx="10408615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102714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1F2A44"/>
                </a:solidFill>
                <a:latin typeface="Arial"/>
                <a:ea typeface="Microsoft YaHei"/>
              </a:rPr>
              <a:t>How has your job changed in the last five years?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F677A"/>
                </a:solidFill>
                <a:latin typeface="Arial"/>
                <a:ea typeface="Microsoft YaHei"/>
              </a:rPr>
              <a:t>💬 “Five years ago, I… Now I…” / “The biggest change is… because of…”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🌟 Model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04 Discussion 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Model answer (Question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400" b="0">
                <a:solidFill>
                  <a:srgbClr val="4A90E2"/>
                </a:solidFill>
                <a:latin typeface="Arial"/>
                <a:ea typeface="Microsoft YaHei"/>
              </a:rPr>
              <a:t>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0200"/>
            <a:ext cx="9814255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600" b="0">
                <a:solidFill>
                  <a:srgbClr val="1F2A44"/>
                </a:solidFill>
                <a:latin typeface="Arial"/>
                <a:ea typeface="Microsoft YaHei"/>
              </a:rPr>
              <a:t>What I like most about my job is working with different people. Every day I talk to customers, and I learn something new. What I don’t like is writing long reports, because it takes a lot of time. But my manager helps me, and our team focuses on solving problems quickly, so it is a good job for me.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Present simple for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79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用一般现在时谈工作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Permanent / regular (present simple)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Temporary / now (present continuous)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 work in finance.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I’m working from home this week.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She leads the sales team.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She’s leading a special project this month.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Present simple for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用一般现在时谈工作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44195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Use the present simple for your job and regular duties: “I work in HR.” “She manages a team.”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5071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5071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5071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he / she / it → add -s / -es: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works, manages, deals, focuses, goes.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411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8411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8411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Use the present continuous for temporary or changing things: “I’m working on a new project this month.”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I work for / at / in / 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81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介词用法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Preposition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Use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Example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for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the company or the boss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 work for a bank.”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at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 specific place or company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 work at the Shanghai office.”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6522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department, city, industry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 work in marketing / in Beijing / in retail.”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as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the role or job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“I work as a designer.”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I work for / at / in / 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介词用法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You can say “I’m a designer” or “I work as a designer”. Jobs need a / an: an engineer, an accountant, a manager.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Say “the sales manager” for one specific person: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“He’s the sales manager.”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Formal vs informal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正式与非正式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94415" cy="163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Informal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Formal</a:t>
                      </a:r>
                    </a:p>
                  </a:txBody>
                  <a:tcPr anchor="ctr">
                    <a:solidFill>
                      <a:srgbClr val="3CC49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What do you do?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May I ask what line of work you are in?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Who do you work for?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Which company are you with?</a:t>
                      </a:r>
                    </a:p>
                  </a:txBody>
                  <a:tcPr anchor="ctr">
                    <a:solidFill>
                      <a:srgbClr val="FFEFD9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How’s the job?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44"/>
                          </a:solidFill>
                          <a:latin typeface="Arial"/>
                          <a:ea typeface="Microsoft YaHei"/>
                        </a:rPr>
                        <a:t>How are you finding your new position?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💡 Polite intonation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84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礼貌语调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“What do you do?” can sound direct. Make it softer: “So, what do you do?” or “What do you do, if you don’t mind me asking?” Smile and use a falling tone.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4A90E2"/>
                </a:solidFill>
                <a:latin typeface="Arial"/>
                <a:ea typeface="Microsoft YaHei"/>
              </a:rPr>
              <a:t>Show interest with the reply: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“That sounds interesting!” Make interesting high and long.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198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198"/>
            <a:ext cx="91440" cy="44195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198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3CC49A"/>
                </a:solidFill>
                <a:latin typeface="Arial"/>
                <a:ea typeface="Microsoft YaHei"/>
              </a:rPr>
              <a:t>Follow up a short answer with a question back: </a:t>
            </a:r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“I’m an accountant. And you?” (rising)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85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am work in a bank.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work in a bank.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不能 am +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work in Huawei.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work for / at Huawei.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公司用 for / 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engineer.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an engineer.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职业前加冠词 a / 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He work for a big company.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He works for a big company.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第三人称单数 -s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I’m responsible of sales.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I’m responsible for sales.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responsible for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🕵️ Spot the Mistake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What's wrong? Fix it before you click!  哪里错了？先改正，再点击核对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My job is sell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463040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My job is to sell software. / I sell software.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不定式 / 动词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work here since 2021.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64079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have worked here since 2021.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since → 现在完成时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Last year I manage a big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865118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Last year I managed a big project.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过去式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My team fouces on sales.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66157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My team focuses on sales.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拼写 + -s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6B5B"/>
                </a:solidFill>
                <a:latin typeface="Arial"/>
                <a:ea typeface="Microsoft YaHei"/>
              </a:rPr>
              <a:t>✗  I have many works to 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4267196"/>
            <a:ext cx="5455767" cy="609599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✓  I have a lot of work to do.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Microsoft YaHei"/>
              </a:rPr>
              <a:t>work 不可数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⚠️ Read your recording script. Underline every verb. Ask three questions: Is it past or present? Is it he / she / it? Is the spelling right?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🌏 Cultural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05 Language Tips 贴士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87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文化小贴士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701039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“What do you do?” is a normal opening in English-speaking countries. It means “What is your job?”, not a test of your success.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09799"/>
            <a:ext cx="11094415" cy="4419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09799"/>
            <a:ext cx="91440" cy="44195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09799"/>
            <a:ext cx="10728655" cy="44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Don’t ask about salary, age, or promotion. Ask about the work: “What do you enjoy about it?”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198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198"/>
            <a:ext cx="91440" cy="701039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198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Say the company and the role. “I’m a buyer at a retail company” is clearer than “I work in an office.”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35677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35677"/>
            <a:ext cx="91440" cy="701039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35677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Job titles differ between companies. “Manager” can mean different things, so add one detail: “I manage a team of five.”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28156"/>
            <a:ext cx="11094415" cy="701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28156"/>
            <a:ext cx="91440" cy="701039"/>
          </a:xfrm>
          <a:prstGeom prst="rect">
            <a:avLst/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28156"/>
            <a:ext cx="10728655" cy="701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A44"/>
                </a:solidFill>
                <a:latin typeface="Arial"/>
                <a:ea typeface="Microsoft YaHei"/>
              </a:rPr>
              <a:t>Keep it positive. “It keeps me busy” is fine. Long complaints about your boss are not good in first meetings.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✅ Can-do Check 掌握度自检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Lesson 05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88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Rate yourself: ⭐ not yet · ⭐⭐ almost · ⭐⭐⭐ I can do it!  给自己打星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ask What do you do? and two follow-up questions politely.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9935" y="1508760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10968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10968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10968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say my job title, company and department with for / at /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935" y="2410968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3176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3176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13176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describe my main tasks with responsible for, in charge of, deal with.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3313176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15384"/>
            <a:ext cx="11094415" cy="5059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15384"/>
            <a:ext cx="54864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15384"/>
            <a:ext cx="8168335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explain who I report to and what my team does.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4215384"/>
            <a:ext cx="201168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2792"/>
            <a:ext cx="11094415" cy="810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12792"/>
            <a:ext cx="54864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3CC49A"/>
                </a:solidFill>
                <a:latin typeface="Arial"/>
                <a:ea typeface="Microsoft YaHe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12792"/>
            <a:ext cx="8168335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  <a:latin typeface="Arial"/>
                <a:ea typeface="Microsoft YaHei"/>
              </a:rPr>
              <a:t>I can use present simple correctly with he / she / it (-s), and use a / an with job titles.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4812792"/>
            <a:ext cx="2011680" cy="810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☆ ☆ ☆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🏠 After Class: 10-Minute Daily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课后练习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 · Lesson 05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89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0–2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Say the 15 expressions. Make 3 true sentences about your job.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7944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2–4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837944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Shadow the networking dialogue. Copy the intonation.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0008"/>
            <a:ext cx="1554480" cy="438912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4–8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350008"/>
            <a:ext cx="9402775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Answer “What do you do?” in 30 seconds, then in 60 seconds. Record both.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62072"/>
            <a:ext cx="1554480" cy="713232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</a:rPr>
              <a:t>⏱ 8–10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862072"/>
            <a:ext cx="9402775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2A44"/>
                </a:solidFill>
                <a:latin typeface="Arial"/>
                <a:ea typeface="Microsoft YaHei"/>
              </a:rPr>
              <a:t>Check the recording for: verb tense, -s, a / an, and spelling. Write your 3 best new sentences in a notebook.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📅 Weekly rhythm: Mon–Tue Scenario 1 · Wed–Thu Scenario 2 · Fri Level-up variation · Weekend: record one minute: “My job”, then compare with last week.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🎁 Lucky Boxes 幸运盒子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🎮 Unit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Pick a number, take the challenge!  选一个数字，接受挑战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1691640" y="15087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1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4693920" y="15087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2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7696200" y="15087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3</a:t>
            </a:r>
          </a:p>
        </p:txBody>
      </p:sp>
      <p:sp>
        <p:nvSpPr>
          <p:cNvPr id="12" name="Rounded Rectangle 11">
            <a:hlinkClick action="ppaction://hlinksldjump" r:id="rId7"/>
          </p:cNvPr>
          <p:cNvSpPr/>
          <p:nvPr/>
        </p:nvSpPr>
        <p:spPr>
          <a:xfrm>
            <a:off x="1691640" y="31089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4</a:t>
            </a:r>
          </a:p>
        </p:txBody>
      </p:sp>
      <p:sp>
        <p:nvSpPr>
          <p:cNvPr id="13" name="Rounded Rectangle 12">
            <a:hlinkClick action="ppaction://hlinksldjump" r:id="rId8"/>
          </p:cNvPr>
          <p:cNvSpPr/>
          <p:nvPr/>
        </p:nvSpPr>
        <p:spPr>
          <a:xfrm>
            <a:off x="4693920" y="31089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9B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5</a:t>
            </a:r>
          </a:p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7696200" y="31089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6</a:t>
            </a:r>
          </a:p>
        </p:txBody>
      </p:sp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1691640" y="47091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7</a:t>
            </a:r>
          </a:p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4693920" y="47091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8</a:t>
            </a:r>
          </a:p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696200" y="4709160"/>
            <a:ext cx="2773680" cy="1371600"/>
          </a:xfrm>
          <a:prstGeom prst="roundRect">
            <a:avLst>
              <a:gd name="adj" fmla="val 18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Microsoft YaHei"/>
              </a:rPr>
              <a:t>🎁 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0" b="0">
                <a:solidFill>
                  <a:srgbClr val="1F2A44"/>
                </a:solidFill>
                <a:latin typeface="Arial"/>
                <a:ea typeface="Microsoft YaHei"/>
              </a:rPr>
              <a:t>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6B5B"/>
                </a:solidFill>
                <a:latin typeface="Arial"/>
                <a:ea typeface="Microsoft YaHei"/>
              </a:rPr>
              <a:t>Steal!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5F677A"/>
                </a:solidFill>
                <a:latin typeface="Arial"/>
                <a:ea typeface="Microsoft YaHei"/>
              </a:rPr>
              <a:t>从任意一组偷走 1 ⭐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0" b="0">
                <a:solidFill>
                  <a:srgbClr val="1F2A44"/>
                </a:solidFill>
                <a:latin typeface="Arial"/>
                <a:ea typeface="Microsoft YaHei"/>
              </a:rPr>
              <a:t>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6B5B"/>
                </a:solidFill>
                <a:latin typeface="Arial"/>
                <a:ea typeface="Microsoft YaHei"/>
              </a:rPr>
              <a:t>Bonus!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5F677A"/>
                </a:solidFill>
                <a:latin typeface="Arial"/>
                <a:ea typeface="Microsoft YaHei"/>
              </a:rPr>
              <a:t>本组直接 +2 ⭐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🔤  Say it in English!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这个用英语怎么说？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你见过…吗?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Have you met…?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🔤  Say it in English!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这个用英语怎么说？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名 / 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first name / surname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🕵️  Fix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找出并改正错误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He is manager of sales.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He is the sales manager.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0" b="0">
                <a:solidFill>
                  <a:srgbClr val="1F2A44"/>
                </a:solidFill>
                <a:latin typeface="Arial"/>
                <a:ea typeface="Microsoft YaHei"/>
              </a:rPr>
              <a:t>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400" b="1">
                <a:solidFill>
                  <a:srgbClr val="FF6B5B"/>
                </a:solidFill>
                <a:latin typeface="Arial"/>
                <a:ea typeface="Microsoft YaHei"/>
              </a:rPr>
              <a:t>Bomb!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5F677A"/>
                </a:solidFill>
                <a:latin typeface="Arial"/>
                <a:ea typeface="Microsoft YaHei"/>
              </a:rPr>
              <a:t>本轮不得分，换下一组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💡  Use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用这个表达说一句和你工作相关的话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I work for / at / in…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I work for Huawei, at the Shenzhen office, in HR.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💡  Use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用这个表达说一句和你工作相关的话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I’ve been working in… for…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I’ve been working in logistics for four years.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Lucky Box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🎁 Lucky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600" b="1">
                <a:solidFill>
                  <a:srgbClr val="4A90E2"/>
                </a:solidFill>
                <a:latin typeface="Arial"/>
                <a:ea typeface="Microsoft YaHei"/>
              </a:rPr>
              <a:t>🔤  Say it in English!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5F677A"/>
                </a:solidFill>
                <a:latin typeface="Arial"/>
                <a:ea typeface="Microsoft YaHei"/>
              </a:rPr>
              <a:t>这个用英语怎么说？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514600"/>
            <a:ext cx="8869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F2A44"/>
                </a:solidFill>
                <a:latin typeface="Arial"/>
                <a:ea typeface="Microsoft YaHei"/>
              </a:rPr>
              <a:t>客户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389120"/>
            <a:ext cx="7955279" cy="1005840"/>
          </a:xfrm>
          <a:prstGeom prst="roundRect">
            <a:avLst>
              <a:gd name="adj" fmla="val 2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ea typeface="Microsoft YaHei"/>
              </a:rPr>
              <a:t>client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9814255" y="5669280"/>
            <a:ext cx="1828800" cy="5943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Microsoft YaHei"/>
              </a:rPr>
              <a:t>↩ Back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4426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>
                <a:solidFill>
                  <a:srgbClr val="1F2A44"/>
                </a:solidFill>
                <a:latin typeface="Arial"/>
                <a:ea typeface="Microsoft YaHei"/>
              </a:rPr>
              <a:t>👾 Boss Challenge 终极挑战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438912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Microsoft YaHei"/>
              </a:rPr>
              <a:t>🏁 Unit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F677A"/>
                </a:solidFill>
                <a:latin typeface="Arial"/>
                <a:ea typeface="Microsoft YaHei"/>
              </a:rPr>
              <a:t>100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A44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F677A"/>
                </a:solidFill>
                <a:latin typeface="Arial"/>
                <a:ea typeface="Microsoft YaHei"/>
              </a:rPr>
              <a:t>10 seconds per question. Beat the boss!  每题限时 10 秒，打败大魔王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46304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8000" b="0">
                <a:solidFill>
                  <a:srgbClr val="1F2A44"/>
                </a:solidFill>
                <a:latin typeface="Arial"/>
                <a:ea typeface="Microsoft YaHei"/>
              </a:rPr>
              <a:t>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Q1. “工作让我很忙” in English?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It keeps me busy.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Q2. “名 / 姓” in English?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first name / surname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3C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Q3. “你在公司多久了?” in English?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How long have you been with the company?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FFC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Q4. Fix it: I am graduated from Fudan University.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38912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I graduated from Fudan University.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5577840" cy="8503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1750">
            <a:solidFill>
              <a:srgbClr val="9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2A44"/>
                </a:solidFill>
                <a:latin typeface="Arial"/>
                <a:ea typeface="Microsoft YaHei"/>
              </a:rPr>
              <a:t>Q5. Fix it: Yesterday I eat lunch with my new team.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5349240"/>
            <a:ext cx="3520440" cy="850392"/>
          </a:xfrm>
          <a:prstGeom prst="roundRect">
            <a:avLst>
              <a:gd name="adj" fmla="val 15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Yesterday I ate lunch with my new team.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101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2296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000" b="0">
                <a:solidFill>
                  <a:srgbClr val="1F2A44"/>
                </a:solidFill>
                <a:latin typeface="Arial"/>
                <a:ea typeface="Microsoft YaHei"/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Arial"/>
                <a:ea typeface="Microsoft YaHei"/>
              </a:rPr>
              <a:t>And the winning team is…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统计积分，看看今天的冠军是哪一组！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🦅 Team Alpha: 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🐺 Team Bravo: 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🦁 Team Charlie: 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480560"/>
            <a:ext cx="2468880" cy="822960"/>
          </a:xfrm>
          <a:prstGeom prst="roundRect">
            <a:avLst>
              <a:gd name="adj" fmla="val 40000"/>
            </a:avLst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</a:rPr>
              <a:t>🐬 Team Delta: ____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Business English · Level 4 ·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FFC857"/>
                </a:solidFill>
                <a:latin typeface="Arial"/>
                <a:ea typeface="Microsoft YaHei"/>
              </a:rPr>
              <a:t>102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9677095" y="638251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6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🗺 Map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548640"/>
            <a:ext cx="1280160" cy="128016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754880"/>
            <a:ext cx="1371600" cy="137160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822960"/>
            <a:ext cx="731520" cy="731520"/>
          </a:xfrm>
          <a:prstGeom prst="ellipse">
            <a:avLst/>
          </a:prstGeom>
          <a:solidFill>
            <a:srgbClr val="3C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6400" b="0">
                <a:solidFill>
                  <a:srgbClr val="1F2A44"/>
                </a:solidFill>
                <a:latin typeface="Arial"/>
                <a:ea typeface="Microsoft YaHei"/>
              </a:rPr>
              <a:t>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600" b="1">
                <a:solidFill>
                  <a:srgbClr val="FFFFFF"/>
                </a:solidFill>
                <a:latin typeface="Arial"/>
                <a:ea typeface="Microsoft YaHei"/>
              </a:rPr>
              <a:t>Unit 2 Complete!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200" b="0">
                <a:solidFill>
                  <a:srgbClr val="FFC857"/>
                </a:solidFill>
                <a:latin typeface="Arial"/>
                <a:ea typeface="Microsoft YaHei"/>
              </a:rPr>
              <a:t>Great work today! Keep practising 10 minutes a day.  每天 10 分钟，坚持就是进步！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